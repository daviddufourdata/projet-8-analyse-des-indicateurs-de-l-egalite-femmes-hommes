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42" r:id="rId1"/>
  </p:sldMasterIdLst>
  <p:notesMasterIdLst>
    <p:notesMasterId r:id="rId27"/>
  </p:notesMasterIdLst>
  <p:sldIdLst>
    <p:sldId id="282" r:id="rId2"/>
    <p:sldId id="337" r:id="rId3"/>
    <p:sldId id="285" r:id="rId4"/>
    <p:sldId id="278" r:id="rId5"/>
    <p:sldId id="339" r:id="rId6"/>
    <p:sldId id="314" r:id="rId7"/>
    <p:sldId id="338" r:id="rId8"/>
    <p:sldId id="283" r:id="rId9"/>
    <p:sldId id="270" r:id="rId10"/>
    <p:sldId id="328" r:id="rId11"/>
    <p:sldId id="295" r:id="rId12"/>
    <p:sldId id="332" r:id="rId13"/>
    <p:sldId id="316" r:id="rId14"/>
    <p:sldId id="318" r:id="rId15"/>
    <p:sldId id="317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3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FF00"/>
    <a:srgbClr val="FF6600"/>
    <a:srgbClr val="66FF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06E2D-BCF7-48C5-AABB-ADD7E85F3CE3}" v="497" dt="2024-12-25T14:18:25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45029" autoAdjust="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UFOUR" userId="1b510d786c1f9072" providerId="LiveId" clId="{E7206E2D-BCF7-48C5-AABB-ADD7E85F3CE3}"/>
    <pc:docChg chg="undo redo custSel addSld delSld modSld sldOrd">
      <pc:chgData name="David DUFOUR" userId="1b510d786c1f9072" providerId="LiveId" clId="{E7206E2D-BCF7-48C5-AABB-ADD7E85F3CE3}" dt="2024-12-25T14:22:25.701" v="2575" actId="1076"/>
      <pc:docMkLst>
        <pc:docMk/>
      </pc:docMkLst>
      <pc:sldChg chg="addSp delSp modSp del mod setBg delDesignElem">
        <pc:chgData name="David DUFOUR" userId="1b510d786c1f9072" providerId="LiveId" clId="{E7206E2D-BCF7-48C5-AABB-ADD7E85F3CE3}" dt="2024-12-25T14:16:59.774" v="2439" actId="47"/>
        <pc:sldMkLst>
          <pc:docMk/>
          <pc:sldMk cId="2801928727" sldId="258"/>
        </pc:sldMkLst>
      </pc:sldChg>
      <pc:sldChg chg="addSp delSp modSp del mod setBg setClrOvrMap delDesignElem">
        <pc:chgData name="David DUFOUR" userId="1b510d786c1f9072" providerId="LiveId" clId="{E7206E2D-BCF7-48C5-AABB-ADD7E85F3CE3}" dt="2024-12-25T14:12:34.325" v="2409" actId="47"/>
        <pc:sldMkLst>
          <pc:docMk/>
          <pc:sldMk cId="3165237533" sldId="259"/>
        </pc:sldMkLst>
      </pc:sldChg>
      <pc:sldChg chg="addSp modSp add del mod setBg">
        <pc:chgData name="David DUFOUR" userId="1b510d786c1f9072" providerId="LiveId" clId="{E7206E2D-BCF7-48C5-AABB-ADD7E85F3CE3}" dt="2024-12-25T14:02:30.196" v="2313" actId="47"/>
        <pc:sldMkLst>
          <pc:docMk/>
          <pc:sldMk cId="3417691117" sldId="260"/>
        </pc:sldMkLst>
      </pc:sldChg>
      <pc:sldChg chg="addSp delSp modSp add del mod setBg delDesignElem">
        <pc:chgData name="David DUFOUR" userId="1b510d786c1f9072" providerId="LiveId" clId="{E7206E2D-BCF7-48C5-AABB-ADD7E85F3CE3}" dt="2024-12-25T14:02:26.556" v="2312" actId="47"/>
        <pc:sldMkLst>
          <pc:docMk/>
          <pc:sldMk cId="3980122412" sldId="262"/>
        </pc:sldMkLst>
      </pc:sldChg>
      <pc:sldChg chg="addSp delSp modSp add del mod setBg delDesignElem">
        <pc:chgData name="David DUFOUR" userId="1b510d786c1f9072" providerId="LiveId" clId="{E7206E2D-BCF7-48C5-AABB-ADD7E85F3CE3}" dt="2024-12-25T14:02:41.445" v="2315" actId="47"/>
        <pc:sldMkLst>
          <pc:docMk/>
          <pc:sldMk cId="748073737" sldId="263"/>
        </pc:sldMkLst>
      </pc:sldChg>
      <pc:sldChg chg="addSp delSp modSp add del mod setBg">
        <pc:chgData name="David DUFOUR" userId="1b510d786c1f9072" providerId="LiveId" clId="{E7206E2D-BCF7-48C5-AABB-ADD7E85F3CE3}" dt="2024-12-25T14:07:08.085" v="2373" actId="47"/>
        <pc:sldMkLst>
          <pc:docMk/>
          <pc:sldMk cId="861334610" sldId="264"/>
        </pc:sldMkLst>
      </pc:sldChg>
      <pc:sldChg chg="addSp delSp modSp add del mod ord setBg delDesignElem">
        <pc:chgData name="David DUFOUR" userId="1b510d786c1f9072" providerId="LiveId" clId="{E7206E2D-BCF7-48C5-AABB-ADD7E85F3CE3}" dt="2024-12-25T14:02:34.073" v="2314" actId="47"/>
        <pc:sldMkLst>
          <pc:docMk/>
          <pc:sldMk cId="2316962945" sldId="269"/>
        </pc:sldMkLst>
      </pc:sldChg>
      <pc:sldChg chg="addSp delSp modSp add mod setBg">
        <pc:chgData name="David DUFOUR" userId="1b510d786c1f9072" providerId="LiveId" clId="{E7206E2D-BCF7-48C5-AABB-ADD7E85F3CE3}" dt="2024-12-23T15:59:32.905" v="1746" actId="26606"/>
        <pc:sldMkLst>
          <pc:docMk/>
          <pc:sldMk cId="279735617" sldId="270"/>
        </pc:sldMkLst>
        <pc:spChg chg="mo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2" creationId="{42AA9771-3FA2-0240-89AA-2916CFDD6DBC}"/>
          </ac:spMkLst>
        </pc:spChg>
        <pc:spChg chg="add mo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33" creationId="{3C0B17D0-B846-1644-A381-30ADDF227C7A}"/>
          </ac:spMkLst>
        </pc:spChg>
        <pc:spChg chg="ad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56" creationId="{EE9F5D7F-1BBC-4096-ADA7-AA9C9E4D2868}"/>
          </ac:spMkLst>
        </pc:spChg>
        <pc:spChg chg="ad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57" creationId="{4F645BF8-7885-4398-80BC-4C0DF24F5CEE}"/>
          </ac:spMkLst>
        </pc:spChg>
        <pc:spChg chg="ad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58" creationId="{06D370DD-716B-4528-B475-331F84CEA5A1}"/>
          </ac:spMkLst>
        </pc:spChg>
        <pc:spChg chg="ad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59" creationId="{3212FB65-CD2B-4005-B910-132DCE19FCC7}"/>
          </ac:spMkLst>
        </pc:spChg>
        <pc:spChg chg="add">
          <ac:chgData name="David DUFOUR" userId="1b510d786c1f9072" providerId="LiveId" clId="{E7206E2D-BCF7-48C5-AABB-ADD7E85F3CE3}" dt="2024-12-23T15:59:32.905" v="1746" actId="26606"/>
          <ac:spMkLst>
            <pc:docMk/>
            <pc:sldMk cId="279735617" sldId="270"/>
            <ac:spMk id="60" creationId="{E79D076F-656A-4CD9-83AD-AF8F4B28CA49}"/>
          </ac:spMkLst>
        </pc:spChg>
        <pc:picChg chg="add mod">
          <ac:chgData name="David DUFOUR" userId="1b510d786c1f9072" providerId="LiveId" clId="{E7206E2D-BCF7-48C5-AABB-ADD7E85F3CE3}" dt="2024-12-23T15:59:32.905" v="1746" actId="26606"/>
          <ac:picMkLst>
            <pc:docMk/>
            <pc:sldMk cId="279735617" sldId="270"/>
            <ac:picMk id="5" creationId="{FB4EFDAD-07C3-E4CA-B34A-52E97FC3C033}"/>
          </ac:picMkLst>
        </pc:picChg>
      </pc:sldChg>
      <pc:sldChg chg="addSp delSp modSp add mod setBg delDesignElem">
        <pc:chgData name="David DUFOUR" userId="1b510d786c1f9072" providerId="LiveId" clId="{E7206E2D-BCF7-48C5-AABB-ADD7E85F3CE3}" dt="2024-12-23T18:12:37.376" v="2309" actId="20577"/>
        <pc:sldMkLst>
          <pc:docMk/>
          <pc:sldMk cId="283021790" sldId="271"/>
        </pc:sldMkLst>
        <pc:spChg chg="mod">
          <ac:chgData name="David DUFOUR" userId="1b510d786c1f9072" providerId="LiveId" clId="{E7206E2D-BCF7-48C5-AABB-ADD7E85F3CE3}" dt="2024-12-22T11:07:22.637" v="1411" actId="26606"/>
          <ac:spMkLst>
            <pc:docMk/>
            <pc:sldMk cId="283021790" sldId="271"/>
            <ac:spMk id="2" creationId="{390F80B2-905A-DDD0-7B16-C952063D39A1}"/>
          </ac:spMkLst>
        </pc:spChg>
        <pc:spChg chg="add mod topLvl">
          <ac:chgData name="David DUFOUR" userId="1b510d786c1f9072" providerId="LiveId" clId="{E7206E2D-BCF7-48C5-AABB-ADD7E85F3CE3}" dt="2024-12-23T18:11:19.343" v="2248" actId="1076"/>
          <ac:spMkLst>
            <pc:docMk/>
            <pc:sldMk cId="283021790" sldId="271"/>
            <ac:spMk id="7" creationId="{F74D0817-A7CA-C06F-FD3C-A8054B9426F2}"/>
          </ac:spMkLst>
        </pc:spChg>
        <pc:graphicFrameChg chg="add mod modGraphic">
          <ac:chgData name="David DUFOUR" userId="1b510d786c1f9072" providerId="LiveId" clId="{E7206E2D-BCF7-48C5-AABB-ADD7E85F3CE3}" dt="2024-12-23T18:12:37.376" v="2309" actId="20577"/>
          <ac:graphicFrameMkLst>
            <pc:docMk/>
            <pc:sldMk cId="283021790" sldId="271"/>
            <ac:graphicFrameMk id="5" creationId="{859D31A5-860F-A999-2203-5164E597E8C9}"/>
          </ac:graphicFrameMkLst>
        </pc:graphicFrameChg>
      </pc:sldChg>
      <pc:sldChg chg="del">
        <pc:chgData name="David DUFOUR" userId="1b510d786c1f9072" providerId="LiveId" clId="{E7206E2D-BCF7-48C5-AABB-ADD7E85F3CE3}" dt="2024-12-25T14:07:26.418" v="2374" actId="47"/>
        <pc:sldMkLst>
          <pc:docMk/>
          <pc:sldMk cId="2484724299" sldId="277"/>
        </pc:sldMkLst>
      </pc:sldChg>
      <pc:sldChg chg="addSp delSp modSp mod setBg delAnim modAnim delDesignElem">
        <pc:chgData name="David DUFOUR" userId="1b510d786c1f9072" providerId="LiveId" clId="{E7206E2D-BCF7-48C5-AABB-ADD7E85F3CE3}" dt="2024-12-25T14:12:22.817" v="2408" actId="1076"/>
        <pc:sldMkLst>
          <pc:docMk/>
          <pc:sldMk cId="625548247" sldId="278"/>
        </pc:sldMkLst>
        <pc:spChg chg="add mod">
          <ac:chgData name="David DUFOUR" userId="1b510d786c1f9072" providerId="LiveId" clId="{E7206E2D-BCF7-48C5-AABB-ADD7E85F3CE3}" dt="2024-12-25T14:12:06.228" v="2406" actId="20577"/>
          <ac:spMkLst>
            <pc:docMk/>
            <pc:sldMk cId="625548247" sldId="278"/>
            <ac:spMk id="4" creationId="{6B3F9C1A-3422-7454-564D-D86183F066AD}"/>
          </ac:spMkLst>
        </pc:spChg>
        <pc:spChg chg="mod">
          <ac:chgData name="David DUFOUR" userId="1b510d786c1f9072" providerId="LiveId" clId="{E7206E2D-BCF7-48C5-AABB-ADD7E85F3CE3}" dt="2024-12-25T14:08:47.059" v="2386" actId="27636"/>
          <ac:spMkLst>
            <pc:docMk/>
            <pc:sldMk cId="625548247" sldId="278"/>
            <ac:spMk id="5" creationId="{00000000-0000-0000-0000-000000000000}"/>
          </ac:spMkLst>
        </pc:spChg>
        <pc:spChg chg="del mod">
          <ac:chgData name="David DUFOUR" userId="1b510d786c1f9072" providerId="LiveId" clId="{E7206E2D-BCF7-48C5-AABB-ADD7E85F3CE3}" dt="2024-12-25T14:11:16.036" v="2398" actId="21"/>
          <ac:spMkLst>
            <pc:docMk/>
            <pc:sldMk cId="625548247" sldId="278"/>
            <ac:spMk id="6" creationId="{00000000-0000-0000-0000-000000000000}"/>
          </ac:spMkLst>
        </pc:spChg>
        <pc:spChg chg="add mod">
          <ac:chgData name="David DUFOUR" userId="1b510d786c1f9072" providerId="LiveId" clId="{E7206E2D-BCF7-48C5-AABB-ADD7E85F3CE3}" dt="2024-12-25T14:11:45.571" v="2402" actId="1076"/>
          <ac:spMkLst>
            <pc:docMk/>
            <pc:sldMk cId="625548247" sldId="278"/>
            <ac:spMk id="7" creationId="{F31AB530-C2B8-FBE6-0EC3-F122DDA2F4DB}"/>
          </ac:spMkLst>
        </pc:spChg>
        <pc:spChg chg="mod">
          <ac:chgData name="David DUFOUR" userId="1b510d786c1f9072" providerId="LiveId" clId="{E7206E2D-BCF7-48C5-AABB-ADD7E85F3CE3}" dt="2024-12-25T14:12:22.817" v="2408" actId="1076"/>
          <ac:spMkLst>
            <pc:docMk/>
            <pc:sldMk cId="625548247" sldId="278"/>
            <ac:spMk id="8" creationId="{00000000-0000-0000-0000-000000000000}"/>
          </ac:spMkLst>
        </pc:spChg>
        <pc:picChg chg="add mod">
          <ac:chgData name="David DUFOUR" userId="1b510d786c1f9072" providerId="LiveId" clId="{E7206E2D-BCF7-48C5-AABB-ADD7E85F3CE3}" dt="2024-12-25T14:12:17.111" v="2407" actId="1076"/>
          <ac:picMkLst>
            <pc:docMk/>
            <pc:sldMk cId="625548247" sldId="278"/>
            <ac:picMk id="3" creationId="{C22F0F3B-0EE0-C8B5-E64B-423D6197EA12}"/>
          </ac:picMkLst>
        </pc:picChg>
        <pc:picChg chg="add mod">
          <ac:chgData name="David DUFOUR" userId="1b510d786c1f9072" providerId="LiveId" clId="{E7206E2D-BCF7-48C5-AABB-ADD7E85F3CE3}" dt="2024-12-25T14:11:38.241" v="2401" actId="1076"/>
          <ac:picMkLst>
            <pc:docMk/>
            <pc:sldMk cId="625548247" sldId="278"/>
            <ac:picMk id="9" creationId="{253C5F84-BDCC-E7F8-9F6D-8A7C5EB2ED5A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2T10:49:55.955" v="1213" actId="27636"/>
        <pc:sldMkLst>
          <pc:docMk/>
          <pc:sldMk cId="1532008330" sldId="282"/>
        </pc:sldMkLst>
        <pc:spChg chg="mod">
          <ac:chgData name="David DUFOUR" userId="1b510d786c1f9072" providerId="LiveId" clId="{E7206E2D-BCF7-48C5-AABB-ADD7E85F3CE3}" dt="2024-12-22T10:49:55.955" v="1213" actId="27636"/>
          <ac:spMkLst>
            <pc:docMk/>
            <pc:sldMk cId="1532008330" sldId="282"/>
            <ac:spMk id="2" creationId="{00000000-0000-0000-0000-000000000000}"/>
          </ac:spMkLst>
        </pc:spChg>
        <pc:picChg chg="mod">
          <ac:chgData name="David DUFOUR" userId="1b510d786c1f9072" providerId="LiveId" clId="{E7206E2D-BCF7-48C5-AABB-ADD7E85F3CE3}" dt="2024-12-16T17:56:39.979" v="21" actId="26606"/>
          <ac:picMkLst>
            <pc:docMk/>
            <pc:sldMk cId="1532008330" sldId="282"/>
            <ac:picMk id="11" creationId="{43895CCE-A674-4A78-931D-1E09C94F61CE}"/>
          </ac:picMkLst>
        </pc:picChg>
      </pc:sldChg>
      <pc:sldChg chg="addSp delSp modSp mod setBg setClrOvrMap delDesignElem">
        <pc:chgData name="David DUFOUR" userId="1b510d786c1f9072" providerId="LiveId" clId="{E7206E2D-BCF7-48C5-AABB-ADD7E85F3CE3}" dt="2024-12-16T19:28:17.420" v="536"/>
        <pc:sldMkLst>
          <pc:docMk/>
          <pc:sldMk cId="1276445639" sldId="283"/>
        </pc:sldMkLst>
        <pc:spChg chg="mod">
          <ac:chgData name="David DUFOUR" userId="1b510d786c1f9072" providerId="LiveId" clId="{E7206E2D-BCF7-48C5-AABB-ADD7E85F3CE3}" dt="2024-12-16T18:16:03.254" v="190" actId="26606"/>
          <ac:spMkLst>
            <pc:docMk/>
            <pc:sldMk cId="1276445639" sldId="283"/>
            <ac:spMk id="4" creationId="{00000000-0000-0000-0000-000000000000}"/>
          </ac:spMkLst>
        </pc:spChg>
        <pc:graphicFrameChg chg="mod ord modGraphic">
          <ac:chgData name="David DUFOUR" userId="1b510d786c1f9072" providerId="LiveId" clId="{E7206E2D-BCF7-48C5-AABB-ADD7E85F3CE3}" dt="2024-12-16T18:16:03.254" v="190" actId="26606"/>
          <ac:graphicFrameMkLst>
            <pc:docMk/>
            <pc:sldMk cId="1276445639" sldId="283"/>
            <ac:graphicFrameMk id="2" creationId="{00000000-0000-0000-0000-000000000000}"/>
          </ac:graphicFrameMkLst>
        </pc:graphicFrameChg>
      </pc:sldChg>
      <pc:sldChg chg="addSp delSp modSp mod setBg delDesignElem">
        <pc:chgData name="David DUFOUR" userId="1b510d786c1f9072" providerId="LiveId" clId="{E7206E2D-BCF7-48C5-AABB-ADD7E85F3CE3}" dt="2024-12-22T10:50:29.023" v="1215" actId="26606"/>
        <pc:sldMkLst>
          <pc:docMk/>
          <pc:sldMk cId="3280328566" sldId="285"/>
        </pc:sldMkLst>
        <pc:spChg chg="mod">
          <ac:chgData name="David DUFOUR" userId="1b510d786c1f9072" providerId="LiveId" clId="{E7206E2D-BCF7-48C5-AABB-ADD7E85F3CE3}" dt="2024-12-22T10:48:41.333" v="1200" actId="26606"/>
          <ac:spMkLst>
            <pc:docMk/>
            <pc:sldMk cId="3280328566" sldId="285"/>
            <ac:spMk id="4" creationId="{00000000-0000-0000-0000-000000000000}"/>
          </ac:spMkLst>
        </pc:spChg>
        <pc:spChg chg="add">
          <ac:chgData name="David DUFOUR" userId="1b510d786c1f9072" providerId="LiveId" clId="{E7206E2D-BCF7-48C5-AABB-ADD7E85F3CE3}" dt="2024-12-22T10:50:29.023" v="1215" actId="26606"/>
          <ac:spMkLst>
            <pc:docMk/>
            <pc:sldMk cId="3280328566" sldId="285"/>
            <ac:spMk id="22" creationId="{845DB188-4006-4207-A473-B4B569C5B5FE}"/>
          </ac:spMkLst>
        </pc:spChg>
        <pc:spChg chg="add">
          <ac:chgData name="David DUFOUR" userId="1b510d786c1f9072" providerId="LiveId" clId="{E7206E2D-BCF7-48C5-AABB-ADD7E85F3CE3}" dt="2024-12-22T10:50:29.023" v="1215" actId="26606"/>
          <ac:spMkLst>
            <pc:docMk/>
            <pc:sldMk cId="3280328566" sldId="285"/>
            <ac:spMk id="28" creationId="{BAB4522D-D095-4687-BFB3-976E665AD4F6}"/>
          </ac:spMkLst>
        </pc:spChg>
        <pc:graphicFrameChg chg="mod ord modGraphic">
          <ac:chgData name="David DUFOUR" userId="1b510d786c1f9072" providerId="LiveId" clId="{E7206E2D-BCF7-48C5-AABB-ADD7E85F3CE3}" dt="2024-12-22T10:50:29.023" v="1215" actId="26606"/>
          <ac:graphicFrameMkLst>
            <pc:docMk/>
            <pc:sldMk cId="3280328566" sldId="285"/>
            <ac:graphicFrameMk id="3" creationId="{00000000-0000-0000-0000-000000000000}"/>
          </ac:graphicFrameMkLst>
        </pc:graphicFrameChg>
      </pc:sldChg>
      <pc:sldChg chg="del">
        <pc:chgData name="David DUFOUR" userId="1b510d786c1f9072" providerId="LiveId" clId="{E7206E2D-BCF7-48C5-AABB-ADD7E85F3CE3}" dt="2024-12-16T18:12:52.409" v="157" actId="47"/>
        <pc:sldMkLst>
          <pc:docMk/>
          <pc:sldMk cId="2674976679" sldId="289"/>
        </pc:sldMkLst>
      </pc:sldChg>
      <pc:sldChg chg="del">
        <pc:chgData name="David DUFOUR" userId="1b510d786c1f9072" providerId="LiveId" clId="{E7206E2D-BCF7-48C5-AABB-ADD7E85F3CE3}" dt="2024-12-16T18:15:09.245" v="179" actId="47"/>
        <pc:sldMkLst>
          <pc:docMk/>
          <pc:sldMk cId="3498406362" sldId="290"/>
        </pc:sldMkLst>
      </pc:sldChg>
      <pc:sldChg chg="addSp delSp modSp mod setBg setClrOvrMap delDesignElem">
        <pc:chgData name="David DUFOUR" userId="1b510d786c1f9072" providerId="LiveId" clId="{E7206E2D-BCF7-48C5-AABB-ADD7E85F3CE3}" dt="2024-12-23T17:22:20.966" v="1959" actId="20577"/>
        <pc:sldMkLst>
          <pc:docMk/>
          <pc:sldMk cId="1876400213" sldId="295"/>
        </pc:sldMkLst>
        <pc:spChg chg="mod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2" creationId="{6D53F8B8-A2A4-EC10-828F-34E2BB5600FE}"/>
          </ac:spMkLst>
        </pc:spChg>
        <pc:spChg chg="add del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87" creationId="{377CB93F-A0E2-4BBE-B2FC-E93932C7ECEE}"/>
          </ac:spMkLst>
        </pc:spChg>
        <pc:spChg chg="add del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88" creationId="{B86EEAC6-011F-4499-ACFF-2FDC742DB06D}"/>
          </ac:spMkLst>
        </pc:spChg>
        <pc:spChg chg="add del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89" creationId="{6970F14D-B6E6-40EA-96B4-4E18D0CF9D8C}"/>
          </ac:spMkLst>
        </pc:spChg>
        <pc:spChg chg="add del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90" creationId="{DCCCDCCF-DDE7-4FF9-BA8E-DFD3AC93A6C7}"/>
          </ac:spMkLst>
        </pc:spChg>
        <pc:spChg chg="add del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91" creationId="{C2352FE0-ACFA-479E-A574-CED1C035D3F5}"/>
          </ac:spMkLst>
        </pc:spChg>
        <pc:spChg chg="add del">
          <ac:chgData name="David DUFOUR" userId="1b510d786c1f9072" providerId="LiveId" clId="{E7206E2D-BCF7-48C5-AABB-ADD7E85F3CE3}" dt="2024-12-22T11:16:47.242" v="1616" actId="26606"/>
          <ac:spMkLst>
            <pc:docMk/>
            <pc:sldMk cId="1876400213" sldId="295"/>
            <ac:spMk id="92" creationId="{401F5979-1992-492E-ABBD-62EBC1016CB4}"/>
          </ac:spMkLst>
        </pc:spChg>
        <pc:graphicFrameChg chg="add mod ord modGraphic">
          <ac:chgData name="David DUFOUR" userId="1b510d786c1f9072" providerId="LiveId" clId="{E7206E2D-BCF7-48C5-AABB-ADD7E85F3CE3}" dt="2024-12-23T17:22:20.966" v="1959" actId="20577"/>
          <ac:graphicFrameMkLst>
            <pc:docMk/>
            <pc:sldMk cId="1876400213" sldId="295"/>
            <ac:graphicFrameMk id="53" creationId="{EAACD84F-33FD-A9E1-76CA-CEF3AF03830C}"/>
          </ac:graphicFrameMkLst>
        </pc:graphicFrameChg>
      </pc:sldChg>
      <pc:sldChg chg="addSp delSp modSp mod ord setBg modClrScheme delDesignElem chgLayout">
        <pc:chgData name="David DUFOUR" userId="1b510d786c1f9072" providerId="LiveId" clId="{E7206E2D-BCF7-48C5-AABB-ADD7E85F3CE3}" dt="2024-12-23T17:57:25.426" v="2001" actId="26606"/>
        <pc:sldMkLst>
          <pc:docMk/>
          <pc:sldMk cId="1659990731" sldId="314"/>
        </pc:sldMkLst>
        <pc:spChg chg="add mo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4" creationId="{9B87970B-F247-BF97-9DE8-032C439E5119}"/>
          </ac:spMkLst>
        </pc:spChg>
        <pc:spChg chg="mod or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5" creationId="{3C2E6522-2FE1-C3B5-13EC-A8D621EEFECD}"/>
          </ac:spMkLst>
        </pc:spChg>
        <pc:spChg chg="ad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20" creationId="{027ADCA0-A066-4B16-8E1F-3C2483947B72}"/>
          </ac:spMkLst>
        </pc:spChg>
        <pc:spChg chg="ad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21" creationId="{17115F77-2FAE-4CA7-9A7F-10D5F2C8F831}"/>
          </ac:spMkLst>
        </pc:spChg>
        <pc:spChg chg="ad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22" creationId="{5CD4C046-A04C-46CC-AFA3-6B0621F628C8}"/>
          </ac:spMkLst>
        </pc:spChg>
        <pc:spChg chg="ad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23" creationId="{66C7A97A-A7DE-4DFB-8542-1E4BF24C7D31}"/>
          </ac:spMkLst>
        </pc:spChg>
        <pc:spChg chg="add">
          <ac:chgData name="David DUFOUR" userId="1b510d786c1f9072" providerId="LiveId" clId="{E7206E2D-BCF7-48C5-AABB-ADD7E85F3CE3}" dt="2024-12-23T17:57:25.426" v="2001" actId="26606"/>
          <ac:spMkLst>
            <pc:docMk/>
            <pc:sldMk cId="1659990731" sldId="314"/>
            <ac:spMk id="24" creationId="{BE111DB0-3D73-4D20-9D57-CEF5A0D865B9}"/>
          </ac:spMkLst>
        </pc:spChg>
        <pc:picChg chg="add mod">
          <ac:chgData name="David DUFOUR" userId="1b510d786c1f9072" providerId="LiveId" clId="{E7206E2D-BCF7-48C5-AABB-ADD7E85F3CE3}" dt="2024-12-23T17:57:25.426" v="2001" actId="26606"/>
          <ac:picMkLst>
            <pc:docMk/>
            <pc:sldMk cId="1659990731" sldId="314"/>
            <ac:picMk id="7" creationId="{076BCB91-CB49-54C0-29D9-5B7DAF86C578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16T19:28:17.420" v="536"/>
        <pc:sldMkLst>
          <pc:docMk/>
          <pc:sldMk cId="2077880725" sldId="316"/>
        </pc:sldMkLst>
        <pc:spChg chg="mod">
          <ac:chgData name="David DUFOUR" userId="1b510d786c1f9072" providerId="LiveId" clId="{E7206E2D-BCF7-48C5-AABB-ADD7E85F3CE3}" dt="2024-12-16T18:34:10.053" v="345" actId="26606"/>
          <ac:spMkLst>
            <pc:docMk/>
            <pc:sldMk cId="2077880725" sldId="316"/>
            <ac:spMk id="4" creationId="{00000000-0000-0000-0000-000000000000}"/>
          </ac:spMkLst>
        </pc:spChg>
        <pc:picChg chg="add mod">
          <ac:chgData name="David DUFOUR" userId="1b510d786c1f9072" providerId="LiveId" clId="{E7206E2D-BCF7-48C5-AABB-ADD7E85F3CE3}" dt="2024-12-16T18:35:44.216" v="369" actId="14100"/>
          <ac:picMkLst>
            <pc:docMk/>
            <pc:sldMk cId="2077880725" sldId="316"/>
            <ac:picMk id="9" creationId="{58F740F2-257B-0D87-242C-035FC168D8CE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2T11:51:30.156" v="1620" actId="14100"/>
        <pc:sldMkLst>
          <pc:docMk/>
          <pc:sldMk cId="614708310" sldId="317"/>
        </pc:sldMkLst>
        <pc:spChg chg="mod">
          <ac:chgData name="David DUFOUR" userId="1b510d786c1f9072" providerId="LiveId" clId="{E7206E2D-BCF7-48C5-AABB-ADD7E85F3CE3}" dt="2024-12-22T11:51:30.156" v="1620" actId="14100"/>
          <ac:spMkLst>
            <pc:docMk/>
            <pc:sldMk cId="614708310" sldId="317"/>
            <ac:spMk id="4" creationId="{00000000-0000-0000-0000-000000000000}"/>
          </ac:spMkLst>
        </pc:spChg>
        <pc:picChg chg="add mod">
          <ac:chgData name="David DUFOUR" userId="1b510d786c1f9072" providerId="LiveId" clId="{E7206E2D-BCF7-48C5-AABB-ADD7E85F3CE3}" dt="2024-12-16T18:38:36.048" v="381" actId="1076"/>
          <ac:picMkLst>
            <pc:docMk/>
            <pc:sldMk cId="614708310" sldId="317"/>
            <ac:picMk id="3" creationId="{CDD213DA-B5C0-2DC3-2781-8A36703EBF2E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3T17:10:23.137" v="1948" actId="1076"/>
        <pc:sldMkLst>
          <pc:docMk/>
          <pc:sldMk cId="4237977643" sldId="318"/>
        </pc:sldMkLst>
        <pc:spChg chg="mod">
          <ac:chgData name="David DUFOUR" userId="1b510d786c1f9072" providerId="LiveId" clId="{E7206E2D-BCF7-48C5-AABB-ADD7E85F3CE3}" dt="2024-12-23T17:10:00.436" v="1942" actId="26606"/>
          <ac:spMkLst>
            <pc:docMk/>
            <pc:sldMk cId="4237977643" sldId="318"/>
            <ac:spMk id="4" creationId="{00000000-0000-0000-0000-000000000000}"/>
          </ac:spMkLst>
        </pc:spChg>
        <pc:spChg chg="mod">
          <ac:chgData name="David DUFOUR" userId="1b510d786c1f9072" providerId="LiveId" clId="{E7206E2D-BCF7-48C5-AABB-ADD7E85F3CE3}" dt="2024-12-23T17:10:00.436" v="1942" actId="26606"/>
          <ac:spMkLst>
            <pc:docMk/>
            <pc:sldMk cId="4237977643" sldId="318"/>
            <ac:spMk id="5" creationId="{7D8EDB66-3166-37D2-5D0E-CD8C49EDD508}"/>
          </ac:spMkLst>
        </pc:spChg>
        <pc:spChg chg="add">
          <ac:chgData name="David DUFOUR" userId="1b510d786c1f9072" providerId="LiveId" clId="{E7206E2D-BCF7-48C5-AABB-ADD7E85F3CE3}" dt="2024-12-23T17:10:00.436" v="1942" actId="26606"/>
          <ac:spMkLst>
            <pc:docMk/>
            <pc:sldMk cId="4237977643" sldId="318"/>
            <ac:spMk id="13" creationId="{64C9EE1D-12BB-43F7-9A2A-893578DCA63A}"/>
          </ac:spMkLst>
        </pc:spChg>
        <pc:spChg chg="add">
          <ac:chgData name="David DUFOUR" userId="1b510d786c1f9072" providerId="LiveId" clId="{E7206E2D-BCF7-48C5-AABB-ADD7E85F3CE3}" dt="2024-12-23T17:10:00.436" v="1942" actId="26606"/>
          <ac:spMkLst>
            <pc:docMk/>
            <pc:sldMk cId="4237977643" sldId="318"/>
            <ac:spMk id="15" creationId="{43962A31-C54E-4762-B155-59777FED1C75}"/>
          </ac:spMkLst>
        </pc:spChg>
        <pc:spChg chg="add">
          <ac:chgData name="David DUFOUR" userId="1b510d786c1f9072" providerId="LiveId" clId="{E7206E2D-BCF7-48C5-AABB-ADD7E85F3CE3}" dt="2024-12-23T17:10:00.436" v="1942" actId="26606"/>
          <ac:spMkLst>
            <pc:docMk/>
            <pc:sldMk cId="4237977643" sldId="318"/>
            <ac:spMk id="17" creationId="{4B392D36-B685-45E0-B197-6EE5D748093B}"/>
          </ac:spMkLst>
        </pc:spChg>
        <pc:spChg chg="add">
          <ac:chgData name="David DUFOUR" userId="1b510d786c1f9072" providerId="LiveId" clId="{E7206E2D-BCF7-48C5-AABB-ADD7E85F3CE3}" dt="2024-12-23T17:10:00.436" v="1942" actId="26606"/>
          <ac:spMkLst>
            <pc:docMk/>
            <pc:sldMk cId="4237977643" sldId="318"/>
            <ac:spMk id="19" creationId="{9DCA8533-CC5E-4754-9A04-047EDE49E0F9}"/>
          </ac:spMkLst>
        </pc:spChg>
        <pc:picChg chg="add mod">
          <ac:chgData name="David DUFOUR" userId="1b510d786c1f9072" providerId="LiveId" clId="{E7206E2D-BCF7-48C5-AABB-ADD7E85F3CE3}" dt="2024-12-23T17:10:23.137" v="1948" actId="1076"/>
          <ac:picMkLst>
            <pc:docMk/>
            <pc:sldMk cId="4237977643" sldId="318"/>
            <ac:picMk id="3" creationId="{F6994681-05CA-271E-DE63-20CF0AF48463}"/>
          </ac:picMkLst>
        </pc:picChg>
        <pc:picChg chg="add mod ord">
          <ac:chgData name="David DUFOUR" userId="1b510d786c1f9072" providerId="LiveId" clId="{E7206E2D-BCF7-48C5-AABB-ADD7E85F3CE3}" dt="2024-12-23T17:10:05.340" v="1946" actId="962"/>
          <ac:picMkLst>
            <pc:docMk/>
            <pc:sldMk cId="4237977643" sldId="318"/>
            <ac:picMk id="8" creationId="{4CAD3202-CB6B-8FF6-E430-782B3FAF4BDB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2T12:03:07.801" v="1647" actId="1076"/>
        <pc:sldMkLst>
          <pc:docMk/>
          <pc:sldMk cId="3768318137" sldId="320"/>
        </pc:sldMkLst>
        <pc:spChg chg="mod">
          <ac:chgData name="David DUFOUR" userId="1b510d786c1f9072" providerId="LiveId" clId="{E7206E2D-BCF7-48C5-AABB-ADD7E85F3CE3}" dt="2024-12-22T12:01:06.833" v="1631" actId="26606"/>
          <ac:spMkLst>
            <pc:docMk/>
            <pc:sldMk cId="3768318137" sldId="320"/>
            <ac:spMk id="2" creationId="{681345A5-26CF-5D5D-DF39-1ECC9FF29E57}"/>
          </ac:spMkLst>
        </pc:spChg>
        <pc:spChg chg="mod">
          <ac:chgData name="David DUFOUR" userId="1b510d786c1f9072" providerId="LiveId" clId="{E7206E2D-BCF7-48C5-AABB-ADD7E85F3CE3}" dt="2024-12-22T12:01:06.833" v="1631" actId="26606"/>
          <ac:spMkLst>
            <pc:docMk/>
            <pc:sldMk cId="3768318137" sldId="320"/>
            <ac:spMk id="4" creationId="{00000000-0000-0000-0000-000000000000}"/>
          </ac:spMkLst>
        </pc:spChg>
        <pc:spChg chg="add">
          <ac:chgData name="David DUFOUR" userId="1b510d786c1f9072" providerId="LiveId" clId="{E7206E2D-BCF7-48C5-AABB-ADD7E85F3CE3}" dt="2024-12-22T12:01:06.833" v="1631" actId="26606"/>
          <ac:spMkLst>
            <pc:docMk/>
            <pc:sldMk cId="3768318137" sldId="320"/>
            <ac:spMk id="11" creationId="{B3875682-0790-427D-9A23-4B7265F0FA54}"/>
          </ac:spMkLst>
        </pc:spChg>
        <pc:spChg chg="add">
          <ac:chgData name="David DUFOUR" userId="1b510d786c1f9072" providerId="LiveId" clId="{E7206E2D-BCF7-48C5-AABB-ADD7E85F3CE3}" dt="2024-12-22T12:01:06.833" v="1631" actId="26606"/>
          <ac:spMkLst>
            <pc:docMk/>
            <pc:sldMk cId="3768318137" sldId="320"/>
            <ac:spMk id="13" creationId="{6EDE4AAE-4785-4EA7-95DB-45200F5B8096}"/>
          </ac:spMkLst>
        </pc:spChg>
        <pc:spChg chg="add">
          <ac:chgData name="David DUFOUR" userId="1b510d786c1f9072" providerId="LiveId" clId="{E7206E2D-BCF7-48C5-AABB-ADD7E85F3CE3}" dt="2024-12-22T12:01:06.833" v="1631" actId="26606"/>
          <ac:spMkLst>
            <pc:docMk/>
            <pc:sldMk cId="3768318137" sldId="320"/>
            <ac:spMk id="15" creationId="{EB8AA617-0537-4ED7-91B6-66511A647507}"/>
          </ac:spMkLst>
        </pc:spChg>
        <pc:spChg chg="add">
          <ac:chgData name="David DUFOUR" userId="1b510d786c1f9072" providerId="LiveId" clId="{E7206E2D-BCF7-48C5-AABB-ADD7E85F3CE3}" dt="2024-12-22T12:01:06.833" v="1631" actId="26606"/>
          <ac:spMkLst>
            <pc:docMk/>
            <pc:sldMk cId="3768318137" sldId="320"/>
            <ac:spMk id="17" creationId="{C2E8BF1F-CE61-45C5-92AC-552D23176C03}"/>
          </ac:spMkLst>
        </pc:spChg>
        <pc:picChg chg="add mod">
          <ac:chgData name="David DUFOUR" userId="1b510d786c1f9072" providerId="LiveId" clId="{E7206E2D-BCF7-48C5-AABB-ADD7E85F3CE3}" dt="2024-12-22T12:01:59.073" v="1641" actId="1076"/>
          <ac:picMkLst>
            <pc:docMk/>
            <pc:sldMk cId="3768318137" sldId="320"/>
            <ac:picMk id="8" creationId="{9A41033B-444F-FC45-8691-5D45E3F2F746}"/>
          </ac:picMkLst>
        </pc:picChg>
        <pc:picChg chg="add mod">
          <ac:chgData name="David DUFOUR" userId="1b510d786c1f9072" providerId="LiveId" clId="{E7206E2D-BCF7-48C5-AABB-ADD7E85F3CE3}" dt="2024-12-22T12:03:07.801" v="1647" actId="1076"/>
          <ac:picMkLst>
            <pc:docMk/>
            <pc:sldMk cId="3768318137" sldId="320"/>
            <ac:picMk id="10" creationId="{6366C0B7-C3A1-5B1C-EC53-928E33234690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2T12:06:04.336" v="1654" actId="1076"/>
        <pc:sldMkLst>
          <pc:docMk/>
          <pc:sldMk cId="3771328787" sldId="321"/>
        </pc:sldMkLst>
        <pc:spChg chg="mod">
          <ac:chgData name="David DUFOUR" userId="1b510d786c1f9072" providerId="LiveId" clId="{E7206E2D-BCF7-48C5-AABB-ADD7E85F3CE3}" dt="2024-12-22T12:05:49.149" v="1650" actId="26606"/>
          <ac:spMkLst>
            <pc:docMk/>
            <pc:sldMk cId="3771328787" sldId="321"/>
            <ac:spMk id="4" creationId="{00000000-0000-0000-0000-000000000000}"/>
          </ac:spMkLst>
        </pc:spChg>
        <pc:spChg chg="mod">
          <ac:chgData name="David DUFOUR" userId="1b510d786c1f9072" providerId="LiveId" clId="{E7206E2D-BCF7-48C5-AABB-ADD7E85F3CE3}" dt="2024-12-22T12:05:49.149" v="1650" actId="26606"/>
          <ac:spMkLst>
            <pc:docMk/>
            <pc:sldMk cId="3771328787" sldId="321"/>
            <ac:spMk id="6" creationId="{75A5A80E-BABE-DD8F-CF10-1467CDDF9D23}"/>
          </ac:spMkLst>
        </pc:spChg>
        <pc:spChg chg="add">
          <ac:chgData name="David DUFOUR" userId="1b510d786c1f9072" providerId="LiveId" clId="{E7206E2D-BCF7-48C5-AABB-ADD7E85F3CE3}" dt="2024-12-22T12:05:49.149" v="1650" actId="26606"/>
          <ac:spMkLst>
            <pc:docMk/>
            <pc:sldMk cId="3771328787" sldId="321"/>
            <ac:spMk id="13" creationId="{64C9EE1D-12BB-43F7-9A2A-893578DCA63A}"/>
          </ac:spMkLst>
        </pc:spChg>
        <pc:spChg chg="add">
          <ac:chgData name="David DUFOUR" userId="1b510d786c1f9072" providerId="LiveId" clId="{E7206E2D-BCF7-48C5-AABB-ADD7E85F3CE3}" dt="2024-12-22T12:05:49.149" v="1650" actId="26606"/>
          <ac:spMkLst>
            <pc:docMk/>
            <pc:sldMk cId="3771328787" sldId="321"/>
            <ac:spMk id="15" creationId="{43962A31-C54E-4762-B155-59777FED1C75}"/>
          </ac:spMkLst>
        </pc:spChg>
        <pc:spChg chg="add">
          <ac:chgData name="David DUFOUR" userId="1b510d786c1f9072" providerId="LiveId" clId="{E7206E2D-BCF7-48C5-AABB-ADD7E85F3CE3}" dt="2024-12-22T12:05:49.149" v="1650" actId="26606"/>
          <ac:spMkLst>
            <pc:docMk/>
            <pc:sldMk cId="3771328787" sldId="321"/>
            <ac:spMk id="17" creationId="{4B392D36-B685-45E0-B197-6EE5D748093B}"/>
          </ac:spMkLst>
        </pc:spChg>
        <pc:spChg chg="add">
          <ac:chgData name="David DUFOUR" userId="1b510d786c1f9072" providerId="LiveId" clId="{E7206E2D-BCF7-48C5-AABB-ADD7E85F3CE3}" dt="2024-12-22T12:05:49.149" v="1650" actId="26606"/>
          <ac:spMkLst>
            <pc:docMk/>
            <pc:sldMk cId="3771328787" sldId="321"/>
            <ac:spMk id="19" creationId="{9DCA8533-CC5E-4754-9A04-047EDE49E0F9}"/>
          </ac:spMkLst>
        </pc:spChg>
        <pc:picChg chg="add mod">
          <ac:chgData name="David DUFOUR" userId="1b510d786c1f9072" providerId="LiveId" clId="{E7206E2D-BCF7-48C5-AABB-ADD7E85F3CE3}" dt="2024-12-22T12:06:04.336" v="1654" actId="1076"/>
          <ac:picMkLst>
            <pc:docMk/>
            <pc:sldMk cId="3771328787" sldId="321"/>
            <ac:picMk id="3" creationId="{F470DB87-B3A6-2BA0-DA1B-2C51389B13AD}"/>
          </ac:picMkLst>
        </pc:picChg>
        <pc:picChg chg="add mod ord">
          <ac:chgData name="David DUFOUR" userId="1b510d786c1f9072" providerId="LiveId" clId="{E7206E2D-BCF7-48C5-AABB-ADD7E85F3CE3}" dt="2024-12-22T12:05:59.757" v="1652" actId="1076"/>
          <ac:picMkLst>
            <pc:docMk/>
            <pc:sldMk cId="3771328787" sldId="321"/>
            <ac:picMk id="8" creationId="{97F4FACA-DD69-639A-688F-E07B0DDEC4F6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3T16:52:44.489" v="1939" actId="1076"/>
        <pc:sldMkLst>
          <pc:docMk/>
          <pc:sldMk cId="4127265377" sldId="322"/>
        </pc:sldMkLst>
        <pc:spChg chg="mod ord">
          <ac:chgData name="David DUFOUR" userId="1b510d786c1f9072" providerId="LiveId" clId="{E7206E2D-BCF7-48C5-AABB-ADD7E85F3CE3}" dt="2024-12-23T16:23:18.879" v="1916" actId="26606"/>
          <ac:spMkLst>
            <pc:docMk/>
            <pc:sldMk cId="4127265377" sldId="322"/>
            <ac:spMk id="2" creationId="{2FCB96B8-8458-4967-0507-AD3A674E46D2}"/>
          </ac:spMkLst>
        </pc:spChg>
        <pc:spChg chg="mod">
          <ac:chgData name="David DUFOUR" userId="1b510d786c1f9072" providerId="LiveId" clId="{E7206E2D-BCF7-48C5-AABB-ADD7E85F3CE3}" dt="2024-12-23T16:23:18.879" v="1916" actId="26606"/>
          <ac:spMkLst>
            <pc:docMk/>
            <pc:sldMk cId="4127265377" sldId="322"/>
            <ac:spMk id="4" creationId="{00000000-0000-0000-0000-000000000000}"/>
          </ac:spMkLst>
        </pc:spChg>
        <pc:spChg chg="add">
          <ac:chgData name="David DUFOUR" userId="1b510d786c1f9072" providerId="LiveId" clId="{E7206E2D-BCF7-48C5-AABB-ADD7E85F3CE3}" dt="2024-12-23T16:23:18.879" v="1916" actId="26606"/>
          <ac:spMkLst>
            <pc:docMk/>
            <pc:sldMk cId="4127265377" sldId="322"/>
            <ac:spMk id="11" creationId="{64C9EE1D-12BB-43F7-9A2A-893578DCA63A}"/>
          </ac:spMkLst>
        </pc:spChg>
        <pc:spChg chg="add">
          <ac:chgData name="David DUFOUR" userId="1b510d786c1f9072" providerId="LiveId" clId="{E7206E2D-BCF7-48C5-AABB-ADD7E85F3CE3}" dt="2024-12-23T16:23:18.879" v="1916" actId="26606"/>
          <ac:spMkLst>
            <pc:docMk/>
            <pc:sldMk cId="4127265377" sldId="322"/>
            <ac:spMk id="13" creationId="{43962A31-C54E-4762-B155-59777FED1C75}"/>
          </ac:spMkLst>
        </pc:spChg>
        <pc:spChg chg="add">
          <ac:chgData name="David DUFOUR" userId="1b510d786c1f9072" providerId="LiveId" clId="{E7206E2D-BCF7-48C5-AABB-ADD7E85F3CE3}" dt="2024-12-23T16:23:18.879" v="1916" actId="26606"/>
          <ac:spMkLst>
            <pc:docMk/>
            <pc:sldMk cId="4127265377" sldId="322"/>
            <ac:spMk id="15" creationId="{4B392D36-B685-45E0-B197-6EE5D748093B}"/>
          </ac:spMkLst>
        </pc:spChg>
        <pc:spChg chg="add">
          <ac:chgData name="David DUFOUR" userId="1b510d786c1f9072" providerId="LiveId" clId="{E7206E2D-BCF7-48C5-AABB-ADD7E85F3CE3}" dt="2024-12-23T16:23:18.879" v="1916" actId="26606"/>
          <ac:spMkLst>
            <pc:docMk/>
            <pc:sldMk cId="4127265377" sldId="322"/>
            <ac:spMk id="17" creationId="{9DCA8533-CC5E-4754-9A04-047EDE49E0F9}"/>
          </ac:spMkLst>
        </pc:spChg>
        <pc:picChg chg="add del mod">
          <ac:chgData name="David DUFOUR" userId="1b510d786c1f9072" providerId="LiveId" clId="{E7206E2D-BCF7-48C5-AABB-ADD7E85F3CE3}" dt="2024-12-23T16:43:11.289" v="1929" actId="478"/>
          <ac:picMkLst>
            <pc:docMk/>
            <pc:sldMk cId="4127265377" sldId="322"/>
            <ac:picMk id="5" creationId="{13D17EC4-A008-C895-1C5D-89D8E2DC346D}"/>
          </ac:picMkLst>
        </pc:picChg>
        <pc:picChg chg="add mod">
          <ac:chgData name="David DUFOUR" userId="1b510d786c1f9072" providerId="LiveId" clId="{E7206E2D-BCF7-48C5-AABB-ADD7E85F3CE3}" dt="2024-12-23T16:52:44.489" v="1939" actId="1076"/>
          <ac:picMkLst>
            <pc:docMk/>
            <pc:sldMk cId="4127265377" sldId="322"/>
            <ac:picMk id="9" creationId="{37F9EEF5-27DC-D57D-B183-E76579D81997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2T11:51:48.957" v="1624" actId="14100"/>
        <pc:sldMkLst>
          <pc:docMk/>
          <pc:sldMk cId="1852644269" sldId="323"/>
        </pc:sldMkLst>
        <pc:spChg chg="mod">
          <ac:chgData name="David DUFOUR" userId="1b510d786c1f9072" providerId="LiveId" clId="{E7206E2D-BCF7-48C5-AABB-ADD7E85F3CE3}" dt="2024-12-22T11:51:48.957" v="1624" actId="14100"/>
          <ac:spMkLst>
            <pc:docMk/>
            <pc:sldMk cId="1852644269" sldId="323"/>
            <ac:spMk id="4" creationId="{00000000-0000-0000-0000-000000000000}"/>
          </ac:spMkLst>
        </pc:spChg>
        <pc:picChg chg="add mod">
          <ac:chgData name="David DUFOUR" userId="1b510d786c1f9072" providerId="LiveId" clId="{E7206E2D-BCF7-48C5-AABB-ADD7E85F3CE3}" dt="2024-12-16T18:45:19.185" v="413" actId="1076"/>
          <ac:picMkLst>
            <pc:docMk/>
            <pc:sldMk cId="1852644269" sldId="323"/>
            <ac:picMk id="3" creationId="{17A79241-BDFB-BD10-8C90-DE3B6501D4C3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16T19:28:17.420" v="536"/>
        <pc:sldMkLst>
          <pc:docMk/>
          <pc:sldMk cId="3896451635" sldId="324"/>
        </pc:sldMkLst>
        <pc:spChg chg="mod">
          <ac:chgData name="David DUFOUR" userId="1b510d786c1f9072" providerId="LiveId" clId="{E7206E2D-BCF7-48C5-AABB-ADD7E85F3CE3}" dt="2024-12-16T18:45:32.574" v="414" actId="26606"/>
          <ac:spMkLst>
            <pc:docMk/>
            <pc:sldMk cId="3896451635" sldId="324"/>
            <ac:spMk id="4" creationId="{00000000-0000-0000-0000-000000000000}"/>
          </ac:spMkLst>
        </pc:spChg>
        <pc:picChg chg="add mod">
          <ac:chgData name="David DUFOUR" userId="1b510d786c1f9072" providerId="LiveId" clId="{E7206E2D-BCF7-48C5-AABB-ADD7E85F3CE3}" dt="2024-12-16T18:46:13.294" v="418" actId="1076"/>
          <ac:picMkLst>
            <pc:docMk/>
            <pc:sldMk cId="3896451635" sldId="324"/>
            <ac:picMk id="5" creationId="{995A3A57-A8E0-7F2A-98CB-12B212C0D19A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3T16:26:17.747" v="1925" actId="1076"/>
        <pc:sldMkLst>
          <pc:docMk/>
          <pc:sldMk cId="3829890075" sldId="325"/>
        </pc:sldMkLst>
        <pc:spChg chg="mod">
          <ac:chgData name="David DUFOUR" userId="1b510d786c1f9072" providerId="LiveId" clId="{E7206E2D-BCF7-48C5-AABB-ADD7E85F3CE3}" dt="2024-12-22T12:10:18.018" v="1658" actId="26606"/>
          <ac:spMkLst>
            <pc:docMk/>
            <pc:sldMk cId="3829890075" sldId="325"/>
            <ac:spMk id="2" creationId="{0A0FEE90-0A5F-0793-A9F6-53274D5F93F4}"/>
          </ac:spMkLst>
        </pc:spChg>
        <pc:spChg chg="mod">
          <ac:chgData name="David DUFOUR" userId="1b510d786c1f9072" providerId="LiveId" clId="{E7206E2D-BCF7-48C5-AABB-ADD7E85F3CE3}" dt="2024-12-22T12:10:18.018" v="1658" actId="26606"/>
          <ac:spMkLst>
            <pc:docMk/>
            <pc:sldMk cId="3829890075" sldId="325"/>
            <ac:spMk id="4" creationId="{00000000-0000-0000-0000-000000000000}"/>
          </ac:spMkLst>
        </pc:spChg>
        <pc:spChg chg="add">
          <ac:chgData name="David DUFOUR" userId="1b510d786c1f9072" providerId="LiveId" clId="{E7206E2D-BCF7-48C5-AABB-ADD7E85F3CE3}" dt="2024-12-22T12:10:18.018" v="1658" actId="26606"/>
          <ac:spMkLst>
            <pc:docMk/>
            <pc:sldMk cId="3829890075" sldId="325"/>
            <ac:spMk id="11" creationId="{64C9EE1D-12BB-43F7-9A2A-893578DCA63A}"/>
          </ac:spMkLst>
        </pc:spChg>
        <pc:spChg chg="add">
          <ac:chgData name="David DUFOUR" userId="1b510d786c1f9072" providerId="LiveId" clId="{E7206E2D-BCF7-48C5-AABB-ADD7E85F3CE3}" dt="2024-12-22T12:10:18.018" v="1658" actId="26606"/>
          <ac:spMkLst>
            <pc:docMk/>
            <pc:sldMk cId="3829890075" sldId="325"/>
            <ac:spMk id="13" creationId="{43962A31-C54E-4762-B155-59777FED1C75}"/>
          </ac:spMkLst>
        </pc:spChg>
        <pc:spChg chg="add">
          <ac:chgData name="David DUFOUR" userId="1b510d786c1f9072" providerId="LiveId" clId="{E7206E2D-BCF7-48C5-AABB-ADD7E85F3CE3}" dt="2024-12-22T12:10:18.018" v="1658" actId="26606"/>
          <ac:spMkLst>
            <pc:docMk/>
            <pc:sldMk cId="3829890075" sldId="325"/>
            <ac:spMk id="15" creationId="{4B392D36-B685-45E0-B197-6EE5D748093B}"/>
          </ac:spMkLst>
        </pc:spChg>
        <pc:spChg chg="add">
          <ac:chgData name="David DUFOUR" userId="1b510d786c1f9072" providerId="LiveId" clId="{E7206E2D-BCF7-48C5-AABB-ADD7E85F3CE3}" dt="2024-12-22T12:10:18.018" v="1658" actId="26606"/>
          <ac:spMkLst>
            <pc:docMk/>
            <pc:sldMk cId="3829890075" sldId="325"/>
            <ac:spMk id="17" creationId="{9DCA8533-CC5E-4754-9A04-047EDE49E0F9}"/>
          </ac:spMkLst>
        </pc:spChg>
        <pc:picChg chg="add mod">
          <ac:chgData name="David DUFOUR" userId="1b510d786c1f9072" providerId="LiveId" clId="{E7206E2D-BCF7-48C5-AABB-ADD7E85F3CE3}" dt="2024-12-22T12:10:32.111" v="1662" actId="1076"/>
          <ac:picMkLst>
            <pc:docMk/>
            <pc:sldMk cId="3829890075" sldId="325"/>
            <ac:picMk id="6" creationId="{488C2255-4BC7-F5AE-0E61-F72152CE2237}"/>
          </ac:picMkLst>
        </pc:picChg>
        <pc:picChg chg="add mod">
          <ac:chgData name="David DUFOUR" userId="1b510d786c1f9072" providerId="LiveId" clId="{E7206E2D-BCF7-48C5-AABB-ADD7E85F3CE3}" dt="2024-12-23T16:26:17.747" v="1925" actId="1076"/>
          <ac:picMkLst>
            <pc:docMk/>
            <pc:sldMk cId="3829890075" sldId="325"/>
            <ac:picMk id="7" creationId="{422A4FCC-2CB8-A947-6481-FC0F5CBC181A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16T19:28:17.420" v="536"/>
        <pc:sldMkLst>
          <pc:docMk/>
          <pc:sldMk cId="4011018999" sldId="326"/>
        </pc:sldMkLst>
        <pc:spChg chg="mod">
          <ac:chgData name="David DUFOUR" userId="1b510d786c1f9072" providerId="LiveId" clId="{E7206E2D-BCF7-48C5-AABB-ADD7E85F3CE3}" dt="2024-12-16T18:49:17.201" v="436" actId="1076"/>
          <ac:spMkLst>
            <pc:docMk/>
            <pc:sldMk cId="4011018999" sldId="326"/>
            <ac:spMk id="4" creationId="{00000000-0000-0000-0000-000000000000}"/>
          </ac:spMkLst>
        </pc:spChg>
        <pc:picChg chg="add mod">
          <ac:chgData name="David DUFOUR" userId="1b510d786c1f9072" providerId="LiveId" clId="{E7206E2D-BCF7-48C5-AABB-ADD7E85F3CE3}" dt="2024-12-16T18:50:36.102" v="442" actId="1076"/>
          <ac:picMkLst>
            <pc:docMk/>
            <pc:sldMk cId="4011018999" sldId="326"/>
            <ac:picMk id="5" creationId="{2AF7EA6C-431F-2DFA-ABBC-37954EF1F7E2}"/>
          </ac:picMkLst>
        </pc:picChg>
      </pc:sldChg>
      <pc:sldChg chg="addSp delSp modSp mod setBg delDesignElem">
        <pc:chgData name="David DUFOUR" userId="1b510d786c1f9072" providerId="LiveId" clId="{E7206E2D-BCF7-48C5-AABB-ADD7E85F3CE3}" dt="2024-12-23T16:19:55.488" v="1911" actId="1076"/>
        <pc:sldMkLst>
          <pc:docMk/>
          <pc:sldMk cId="1915694948" sldId="327"/>
        </pc:sldMkLst>
        <pc:spChg chg="mod">
          <ac:chgData name="David DUFOUR" userId="1b510d786c1f9072" providerId="LiveId" clId="{E7206E2D-BCF7-48C5-AABB-ADD7E85F3CE3}" dt="2024-12-22T11:07:34.845" v="1412" actId="26606"/>
          <ac:spMkLst>
            <pc:docMk/>
            <pc:sldMk cId="1915694948" sldId="327"/>
            <ac:spMk id="3" creationId="{00000000-0000-0000-0000-000000000000}"/>
          </ac:spMkLst>
        </pc:spChg>
        <pc:spChg chg="add">
          <ac:chgData name="David DUFOUR" userId="1b510d786c1f9072" providerId="LiveId" clId="{E7206E2D-BCF7-48C5-AABB-ADD7E85F3CE3}" dt="2024-12-22T11:07:34.845" v="1412" actId="26606"/>
          <ac:spMkLst>
            <pc:docMk/>
            <pc:sldMk cId="1915694948" sldId="327"/>
            <ac:spMk id="15" creationId="{64C9EE1D-12BB-43F7-9A2A-893578DCA63A}"/>
          </ac:spMkLst>
        </pc:spChg>
        <pc:spChg chg="add">
          <ac:chgData name="David DUFOUR" userId="1b510d786c1f9072" providerId="LiveId" clId="{E7206E2D-BCF7-48C5-AABB-ADD7E85F3CE3}" dt="2024-12-22T11:07:34.845" v="1412" actId="26606"/>
          <ac:spMkLst>
            <pc:docMk/>
            <pc:sldMk cId="1915694948" sldId="327"/>
            <ac:spMk id="17" creationId="{43962A31-C54E-4762-B155-59777FED1C75}"/>
          </ac:spMkLst>
        </pc:spChg>
        <pc:spChg chg="add">
          <ac:chgData name="David DUFOUR" userId="1b510d786c1f9072" providerId="LiveId" clId="{E7206E2D-BCF7-48C5-AABB-ADD7E85F3CE3}" dt="2024-12-22T11:07:34.845" v="1412" actId="26606"/>
          <ac:spMkLst>
            <pc:docMk/>
            <pc:sldMk cId="1915694948" sldId="327"/>
            <ac:spMk id="19" creationId="{4B392D36-B685-45E0-B197-6EE5D748093B}"/>
          </ac:spMkLst>
        </pc:spChg>
        <pc:spChg chg="add">
          <ac:chgData name="David DUFOUR" userId="1b510d786c1f9072" providerId="LiveId" clId="{E7206E2D-BCF7-48C5-AABB-ADD7E85F3CE3}" dt="2024-12-22T11:07:34.845" v="1412" actId="26606"/>
          <ac:spMkLst>
            <pc:docMk/>
            <pc:sldMk cId="1915694948" sldId="327"/>
            <ac:spMk id="21" creationId="{9DCA8533-CC5E-4754-9A04-047EDE49E0F9}"/>
          </ac:spMkLst>
        </pc:spChg>
        <pc:picChg chg="add mod">
          <ac:chgData name="David DUFOUR" userId="1b510d786c1f9072" providerId="LiveId" clId="{E7206E2D-BCF7-48C5-AABB-ADD7E85F3CE3}" dt="2024-12-23T16:19:48.155" v="1909" actId="1076"/>
          <ac:picMkLst>
            <pc:docMk/>
            <pc:sldMk cId="1915694948" sldId="327"/>
            <ac:picMk id="7" creationId="{CB406576-0DC3-DF00-1F37-DF5C98A56A28}"/>
          </ac:picMkLst>
        </pc:picChg>
        <pc:picChg chg="add mod ord">
          <ac:chgData name="David DUFOUR" userId="1b510d786c1f9072" providerId="LiveId" clId="{E7206E2D-BCF7-48C5-AABB-ADD7E85F3CE3}" dt="2024-12-23T16:19:55.488" v="1911" actId="1076"/>
          <ac:picMkLst>
            <pc:docMk/>
            <pc:sldMk cId="1915694948" sldId="327"/>
            <ac:picMk id="10" creationId="{0E10C788-5500-8EBF-78D7-2EA93AB6D804}"/>
          </ac:picMkLst>
        </pc:picChg>
      </pc:sldChg>
      <pc:sldChg chg="addSp delSp modSp mod setBg modClrScheme delDesignElem chgLayout">
        <pc:chgData name="David DUFOUR" userId="1b510d786c1f9072" providerId="LiveId" clId="{E7206E2D-BCF7-48C5-AABB-ADD7E85F3CE3}" dt="2024-12-16T18:26:09.849" v="269" actId="21"/>
        <pc:sldMkLst>
          <pc:docMk/>
          <pc:sldMk cId="299662413" sldId="328"/>
        </pc:sldMkLst>
        <pc:picChg chg="add del mod ord">
          <ac:chgData name="David DUFOUR" userId="1b510d786c1f9072" providerId="LiveId" clId="{E7206E2D-BCF7-48C5-AABB-ADD7E85F3CE3}" dt="2024-12-16T18:25:55.422" v="266" actId="21"/>
          <ac:picMkLst>
            <pc:docMk/>
            <pc:sldMk cId="299662413" sldId="328"/>
            <ac:picMk id="5" creationId="{68C7729C-432A-B4A7-4911-14A14B357F7B}"/>
          </ac:picMkLst>
        </pc:picChg>
      </pc:sldChg>
      <pc:sldChg chg="addSp delSp modSp del mod setBg setClrOvrMap delDesignElem">
        <pc:chgData name="David DUFOUR" userId="1b510d786c1f9072" providerId="LiveId" clId="{E7206E2D-BCF7-48C5-AABB-ADD7E85F3CE3}" dt="2024-12-25T14:06:36.750" v="2372" actId="47"/>
        <pc:sldMkLst>
          <pc:docMk/>
          <pc:sldMk cId="8044367" sldId="329"/>
        </pc:sldMkLst>
        <pc:picChg chg="add mod ord">
          <ac:chgData name="David DUFOUR" userId="1b510d786c1f9072" providerId="LiveId" clId="{E7206E2D-BCF7-48C5-AABB-ADD7E85F3CE3}" dt="2024-12-25T14:03:49.611" v="2320" actId="14100"/>
          <ac:picMkLst>
            <pc:docMk/>
            <pc:sldMk cId="8044367" sldId="329"/>
            <ac:picMk id="8" creationId="{C0118CC0-34FA-5A0C-DB21-9033B079AF85}"/>
          </ac:picMkLst>
        </pc:picChg>
      </pc:sldChg>
      <pc:sldChg chg="addSp delSp modSp mod setBg">
        <pc:chgData name="David DUFOUR" userId="1b510d786c1f9072" providerId="LiveId" clId="{E7206E2D-BCF7-48C5-AABB-ADD7E85F3CE3}" dt="2024-12-25T14:06:26.009" v="2371" actId="14100"/>
        <pc:sldMkLst>
          <pc:docMk/>
          <pc:sldMk cId="3141576727" sldId="330"/>
        </pc:sldMkLst>
        <pc:spChg chg="add mod">
          <ac:chgData name="David DUFOUR" userId="1b510d786c1f9072" providerId="LiveId" clId="{E7206E2D-BCF7-48C5-AABB-ADD7E85F3CE3}" dt="2024-12-25T14:06:04.896" v="2367" actId="14100"/>
          <ac:spMkLst>
            <pc:docMk/>
            <pc:sldMk cId="3141576727" sldId="330"/>
            <ac:spMk id="2" creationId="{0BDED1ED-51D9-2C59-72B4-9F2E1FC21FE6}"/>
          </ac:spMkLst>
        </pc:spChg>
        <pc:spChg chg="mod">
          <ac:chgData name="David DUFOUR" userId="1b510d786c1f9072" providerId="LiveId" clId="{E7206E2D-BCF7-48C5-AABB-ADD7E85F3CE3}" dt="2024-12-17T10:02:16.381" v="623" actId="2711"/>
          <ac:spMkLst>
            <pc:docMk/>
            <pc:sldMk cId="3141576727" sldId="330"/>
            <ac:spMk id="3" creationId="{00000000-0000-0000-0000-000000000000}"/>
          </ac:spMkLst>
        </pc:spChg>
        <pc:spChg chg="add mod">
          <ac:chgData name="David DUFOUR" userId="1b510d786c1f9072" providerId="LiveId" clId="{E7206E2D-BCF7-48C5-AABB-ADD7E85F3CE3}" dt="2024-12-25T14:05:13.283" v="2338" actId="1076"/>
          <ac:spMkLst>
            <pc:docMk/>
            <pc:sldMk cId="3141576727" sldId="330"/>
            <ac:spMk id="23" creationId="{ECD5402B-FEB7-548E-313C-9C56C5B8CC39}"/>
          </ac:spMkLst>
        </pc:spChg>
        <pc:picChg chg="add mod">
          <ac:chgData name="David DUFOUR" userId="1b510d786c1f9072" providerId="LiveId" clId="{E7206E2D-BCF7-48C5-AABB-ADD7E85F3CE3}" dt="2024-12-25T14:04:12.995" v="2323" actId="14100"/>
          <ac:picMkLst>
            <pc:docMk/>
            <pc:sldMk cId="3141576727" sldId="330"/>
            <ac:picMk id="4" creationId="{E61548A9-53F9-3C4F-FF42-A08CD889B166}"/>
          </ac:picMkLst>
        </pc:picChg>
        <pc:picChg chg="add mod">
          <ac:chgData name="David DUFOUR" userId="1b510d786c1f9072" providerId="LiveId" clId="{E7206E2D-BCF7-48C5-AABB-ADD7E85F3CE3}" dt="2024-12-25T14:06:26.009" v="2371" actId="14100"/>
          <ac:picMkLst>
            <pc:docMk/>
            <pc:sldMk cId="3141576727" sldId="330"/>
            <ac:picMk id="5" creationId="{7978D441-651A-375B-D053-CBA9D97E56F2}"/>
          </ac:picMkLst>
        </pc:picChg>
        <pc:picChg chg="add mod">
          <ac:chgData name="David DUFOUR" userId="1b510d786c1f9072" providerId="LiveId" clId="{E7206E2D-BCF7-48C5-AABB-ADD7E85F3CE3}" dt="2024-12-25T14:04:25.205" v="2327" actId="1076"/>
          <ac:picMkLst>
            <pc:docMk/>
            <pc:sldMk cId="3141576727" sldId="330"/>
            <ac:picMk id="8" creationId="{D3B5C0E2-0495-2560-7C09-4DD508B81633}"/>
          </ac:picMkLst>
        </pc:picChg>
        <pc:picChg chg="add mod">
          <ac:chgData name="David DUFOUR" userId="1b510d786c1f9072" providerId="LiveId" clId="{E7206E2D-BCF7-48C5-AABB-ADD7E85F3CE3}" dt="2024-12-25T14:04:28.626" v="2328" actId="1076"/>
          <ac:picMkLst>
            <pc:docMk/>
            <pc:sldMk cId="3141576727" sldId="330"/>
            <ac:picMk id="10" creationId="{00FCD6CA-2D12-94BF-D1CF-CAFD4EE4AFD4}"/>
          </ac:picMkLst>
        </pc:picChg>
        <pc:picChg chg="add mod">
          <ac:chgData name="David DUFOUR" userId="1b510d786c1f9072" providerId="LiveId" clId="{E7206E2D-BCF7-48C5-AABB-ADD7E85F3CE3}" dt="2024-12-25T14:04:32.019" v="2329" actId="1076"/>
          <ac:picMkLst>
            <pc:docMk/>
            <pc:sldMk cId="3141576727" sldId="330"/>
            <ac:picMk id="13" creationId="{47BE1AAC-9874-69B5-7431-D43E7248C05B}"/>
          </ac:picMkLst>
        </pc:picChg>
        <pc:picChg chg="add mod">
          <ac:chgData name="David DUFOUR" userId="1b510d786c1f9072" providerId="LiveId" clId="{E7206E2D-BCF7-48C5-AABB-ADD7E85F3CE3}" dt="2024-12-25T14:04:37.051" v="2330" actId="1076"/>
          <ac:picMkLst>
            <pc:docMk/>
            <pc:sldMk cId="3141576727" sldId="330"/>
            <ac:picMk id="16" creationId="{9406FE59-584F-F46C-F4B7-27075B3DE4F1}"/>
          </ac:picMkLst>
        </pc:picChg>
        <pc:picChg chg="add mod">
          <ac:chgData name="David DUFOUR" userId="1b510d786c1f9072" providerId="LiveId" clId="{E7206E2D-BCF7-48C5-AABB-ADD7E85F3CE3}" dt="2024-12-25T14:04:40.200" v="2331" actId="1076"/>
          <ac:picMkLst>
            <pc:docMk/>
            <pc:sldMk cId="3141576727" sldId="330"/>
            <ac:picMk id="18" creationId="{0BAABAE4-3627-5376-B6EF-8EA89812C1AC}"/>
          </ac:picMkLst>
        </pc:picChg>
        <pc:picChg chg="add mod">
          <ac:chgData name="David DUFOUR" userId="1b510d786c1f9072" providerId="LiveId" clId="{E7206E2D-BCF7-48C5-AABB-ADD7E85F3CE3}" dt="2024-12-25T14:04:48.154" v="2334" actId="1076"/>
          <ac:picMkLst>
            <pc:docMk/>
            <pc:sldMk cId="3141576727" sldId="330"/>
            <ac:picMk id="20" creationId="{763FA313-4EAF-D643-FC92-D54EBF466447}"/>
          </ac:picMkLst>
        </pc:picChg>
        <pc:picChg chg="add mod">
          <ac:chgData name="David DUFOUR" userId="1b510d786c1f9072" providerId="LiveId" clId="{E7206E2D-BCF7-48C5-AABB-ADD7E85F3CE3}" dt="2024-12-25T14:04:55.192" v="2336" actId="1076"/>
          <ac:picMkLst>
            <pc:docMk/>
            <pc:sldMk cId="3141576727" sldId="330"/>
            <ac:picMk id="22" creationId="{17A17500-7D2B-AD08-F693-4E1510146612}"/>
          </ac:picMkLst>
        </pc:picChg>
      </pc:sldChg>
      <pc:sldChg chg="addSp delSp modSp mod setBg setClrOvrMap delDesignElem">
        <pc:chgData name="David DUFOUR" userId="1b510d786c1f9072" providerId="LiveId" clId="{E7206E2D-BCF7-48C5-AABB-ADD7E85F3CE3}" dt="2024-12-22T11:05:47.476" v="1407" actId="26606"/>
        <pc:sldMkLst>
          <pc:docMk/>
          <pc:sldMk cId="1142192849" sldId="332"/>
        </pc:sldMkLst>
        <pc:spChg chg="add">
          <ac:chgData name="David DUFOUR" userId="1b510d786c1f9072" providerId="LiveId" clId="{E7206E2D-BCF7-48C5-AABB-ADD7E85F3CE3}" dt="2024-12-22T11:05:47.476" v="1407" actId="26606"/>
          <ac:spMkLst>
            <pc:docMk/>
            <pc:sldMk cId="1142192849" sldId="332"/>
            <ac:spMk id="21" creationId="{845DB188-4006-4207-A473-B4B569C5B5FE}"/>
          </ac:spMkLst>
        </pc:spChg>
        <pc:spChg chg="add">
          <ac:chgData name="David DUFOUR" userId="1b510d786c1f9072" providerId="LiveId" clId="{E7206E2D-BCF7-48C5-AABB-ADD7E85F3CE3}" dt="2024-12-22T11:05:47.476" v="1407" actId="26606"/>
          <ac:spMkLst>
            <pc:docMk/>
            <pc:sldMk cId="1142192849" sldId="332"/>
            <ac:spMk id="23" creationId="{BAB4522D-D095-4687-BFB3-976E665AD4F6}"/>
          </ac:spMkLst>
        </pc:spChg>
        <pc:graphicFrameChg chg="add mod modGraphic">
          <ac:chgData name="David DUFOUR" userId="1b510d786c1f9072" providerId="LiveId" clId="{E7206E2D-BCF7-48C5-AABB-ADD7E85F3CE3}" dt="2024-12-22T11:05:47.476" v="1407" actId="26606"/>
          <ac:graphicFrameMkLst>
            <pc:docMk/>
            <pc:sldMk cId="1142192849" sldId="332"/>
            <ac:graphicFrameMk id="16" creationId="{8713EB15-9617-0BDA-CEAC-849F3A0FBE97}"/>
          </ac:graphicFrameMkLst>
        </pc:graphicFrameChg>
      </pc:sldChg>
      <pc:sldChg chg="addSp delSp modSp add del mod setBg delDesignElem">
        <pc:chgData name="David DUFOUR" userId="1b510d786c1f9072" providerId="LiveId" clId="{E7206E2D-BCF7-48C5-AABB-ADD7E85F3CE3}" dt="2024-12-25T14:15:46.570" v="2437" actId="47"/>
        <pc:sldMkLst>
          <pc:docMk/>
          <pc:sldMk cId="2383116162" sldId="333"/>
        </pc:sldMkLst>
        <pc:spChg chg="mod">
          <ac:chgData name="David DUFOUR" userId="1b510d786c1f9072" providerId="LiveId" clId="{E7206E2D-BCF7-48C5-AABB-ADD7E85F3CE3}" dt="2024-12-25T14:13:05.607" v="2412" actId="26606"/>
          <ac:spMkLst>
            <pc:docMk/>
            <pc:sldMk cId="2383116162" sldId="333"/>
            <ac:spMk id="2" creationId="{50E69961-0E56-4A85-1DA6-E11523B0BBBB}"/>
          </ac:spMkLst>
        </pc:spChg>
        <pc:spChg chg="mod">
          <ac:chgData name="David DUFOUR" userId="1b510d786c1f9072" providerId="LiveId" clId="{E7206E2D-BCF7-48C5-AABB-ADD7E85F3CE3}" dt="2024-12-25T14:13:11.115" v="2414" actId="27636"/>
          <ac:spMkLst>
            <pc:docMk/>
            <pc:sldMk cId="2383116162" sldId="333"/>
            <ac:spMk id="4" creationId="{8DA781C2-181C-548D-8AD8-51BC3E581E58}"/>
          </ac:spMkLst>
        </pc:spChg>
        <pc:spChg chg="add del">
          <ac:chgData name="David DUFOUR" userId="1b510d786c1f9072" providerId="LiveId" clId="{E7206E2D-BCF7-48C5-AABB-ADD7E85F3CE3}" dt="2024-12-25T14:13:05.607" v="2412" actId="26606"/>
          <ac:spMkLst>
            <pc:docMk/>
            <pc:sldMk cId="2383116162" sldId="333"/>
            <ac:spMk id="11" creationId="{4F645BF8-7885-4398-80BC-4C0DF24F5CEE}"/>
          </ac:spMkLst>
        </pc:spChg>
        <pc:spChg chg="add del">
          <ac:chgData name="David DUFOUR" userId="1b510d786c1f9072" providerId="LiveId" clId="{E7206E2D-BCF7-48C5-AABB-ADD7E85F3CE3}" dt="2024-12-25T14:13:05.607" v="2412" actId="26606"/>
          <ac:spMkLst>
            <pc:docMk/>
            <pc:sldMk cId="2383116162" sldId="333"/>
            <ac:spMk id="13" creationId="{3212FB65-CD2B-4005-B910-132DCE19FCC7}"/>
          </ac:spMkLst>
        </pc:spChg>
        <pc:spChg chg="add">
          <ac:chgData name="David DUFOUR" userId="1b510d786c1f9072" providerId="LiveId" clId="{E7206E2D-BCF7-48C5-AABB-ADD7E85F3CE3}" dt="2024-12-25T14:13:05.607" v="2412" actId="26606"/>
          <ac:spMkLst>
            <pc:docMk/>
            <pc:sldMk cId="2383116162" sldId="333"/>
            <ac:spMk id="18" creationId="{B86EEAC6-011F-4499-ACFF-2FDC742DB06D}"/>
          </ac:spMkLst>
        </pc:spChg>
        <pc:spChg chg="add">
          <ac:chgData name="David DUFOUR" userId="1b510d786c1f9072" providerId="LiveId" clId="{E7206E2D-BCF7-48C5-AABB-ADD7E85F3CE3}" dt="2024-12-25T14:13:05.607" v="2412" actId="26606"/>
          <ac:spMkLst>
            <pc:docMk/>
            <pc:sldMk cId="2383116162" sldId="333"/>
            <ac:spMk id="20" creationId="{6970F14D-B6E6-40EA-96B4-4E18D0CF9D8C}"/>
          </ac:spMkLst>
        </pc:spChg>
        <pc:picChg chg="add mod">
          <ac:chgData name="David DUFOUR" userId="1b510d786c1f9072" providerId="LiveId" clId="{E7206E2D-BCF7-48C5-AABB-ADD7E85F3CE3}" dt="2024-12-25T14:13:05.607" v="2412" actId="26606"/>
          <ac:picMkLst>
            <pc:docMk/>
            <pc:sldMk cId="2383116162" sldId="333"/>
            <ac:picMk id="6" creationId="{F586B70C-0602-99BF-EF1B-343EBAE1456D}"/>
          </ac:picMkLst>
        </pc:picChg>
      </pc:sldChg>
      <pc:sldChg chg="add del">
        <pc:chgData name="David DUFOUR" userId="1b510d786c1f9072" providerId="LiveId" clId="{E7206E2D-BCF7-48C5-AABB-ADD7E85F3CE3}" dt="2024-12-16T18:09:44.635" v="129" actId="47"/>
        <pc:sldMkLst>
          <pc:docMk/>
          <pc:sldMk cId="3015269767" sldId="333"/>
        </pc:sldMkLst>
      </pc:sldChg>
      <pc:sldChg chg="addSp delSp modSp add del mod setBg delDesignElem">
        <pc:chgData name="David DUFOUR" userId="1b510d786c1f9072" providerId="LiveId" clId="{E7206E2D-BCF7-48C5-AABB-ADD7E85F3CE3}" dt="2024-12-25T14:15:48.347" v="2438" actId="47"/>
        <pc:sldMkLst>
          <pc:docMk/>
          <pc:sldMk cId="1747118589" sldId="334"/>
        </pc:sldMkLst>
      </pc:sldChg>
      <pc:sldChg chg="addSp delSp modSp new del mod setBg delDesignElem">
        <pc:chgData name="David DUFOUR" userId="1b510d786c1f9072" providerId="LiveId" clId="{E7206E2D-BCF7-48C5-AABB-ADD7E85F3CE3}" dt="2024-12-23T18:17:15.416" v="2310" actId="47"/>
        <pc:sldMkLst>
          <pc:docMk/>
          <pc:sldMk cId="73155291" sldId="335"/>
        </pc:sldMkLst>
      </pc:sldChg>
      <pc:sldChg chg="new del">
        <pc:chgData name="David DUFOUR" userId="1b510d786c1f9072" providerId="LiveId" clId="{E7206E2D-BCF7-48C5-AABB-ADD7E85F3CE3}" dt="2024-12-16T19:44:41.840" v="538" actId="47"/>
        <pc:sldMkLst>
          <pc:docMk/>
          <pc:sldMk cId="2423285239" sldId="335"/>
        </pc:sldMkLst>
      </pc:sldChg>
      <pc:sldChg chg="delSp add del setBg delDesignElem">
        <pc:chgData name="David DUFOUR" userId="1b510d786c1f9072" providerId="LiveId" clId="{E7206E2D-BCF7-48C5-AABB-ADD7E85F3CE3}" dt="2024-12-17T10:54:19.703" v="748" actId="47"/>
        <pc:sldMkLst>
          <pc:docMk/>
          <pc:sldMk cId="1143420857" sldId="336"/>
        </pc:sldMkLst>
      </pc:sldChg>
      <pc:sldChg chg="addSp delSp modSp add del mod delDesignElem">
        <pc:chgData name="David DUFOUR" userId="1b510d786c1f9072" providerId="LiveId" clId="{E7206E2D-BCF7-48C5-AABB-ADD7E85F3CE3}" dt="2024-12-23T18:17:18.822" v="2311" actId="47"/>
        <pc:sldMkLst>
          <pc:docMk/>
          <pc:sldMk cId="4006942505" sldId="336"/>
        </pc:sldMkLst>
      </pc:sldChg>
      <pc:sldChg chg="addSp delSp modSp add mod">
        <pc:chgData name="David DUFOUR" userId="1b510d786c1f9072" providerId="LiveId" clId="{E7206E2D-BCF7-48C5-AABB-ADD7E85F3CE3}" dt="2024-12-25T14:22:25.701" v="2575" actId="1076"/>
        <pc:sldMkLst>
          <pc:docMk/>
          <pc:sldMk cId="942130592" sldId="337"/>
        </pc:sldMkLst>
        <pc:spChg chg="mod">
          <ac:chgData name="David DUFOUR" userId="1b510d786c1f9072" providerId="LiveId" clId="{E7206E2D-BCF7-48C5-AABB-ADD7E85F3CE3}" dt="2024-12-22T10:46:44.721" v="1183" actId="207"/>
          <ac:spMkLst>
            <pc:docMk/>
            <pc:sldMk cId="942130592" sldId="337"/>
            <ac:spMk id="2" creationId="{B3A46D5E-70F8-524E-A29B-1A16C3F5D2C5}"/>
          </ac:spMkLst>
        </pc:spChg>
        <pc:spChg chg="mod">
          <ac:chgData name="David DUFOUR" userId="1b510d786c1f9072" providerId="LiveId" clId="{E7206E2D-BCF7-48C5-AABB-ADD7E85F3CE3}" dt="2024-12-22T10:46:09.343" v="1179" actId="1076"/>
          <ac:spMkLst>
            <pc:docMk/>
            <pc:sldMk cId="942130592" sldId="337"/>
            <ac:spMk id="3" creationId="{465CBE95-B7FA-8C96-6227-65DFF77610EB}"/>
          </ac:spMkLst>
        </pc:spChg>
        <pc:spChg chg="mod">
          <ac:chgData name="David DUFOUR" userId="1b510d786c1f9072" providerId="LiveId" clId="{E7206E2D-BCF7-48C5-AABB-ADD7E85F3CE3}" dt="2024-12-23T17:12:14.835" v="1952" actId="20577"/>
          <ac:spMkLst>
            <pc:docMk/>
            <pc:sldMk cId="942130592" sldId="337"/>
            <ac:spMk id="6" creationId="{48094B29-09EF-CC7D-080B-5A0A98209FA9}"/>
          </ac:spMkLst>
        </pc:spChg>
        <pc:spChg chg="add mod">
          <ac:chgData name="David DUFOUR" userId="1b510d786c1f9072" providerId="LiveId" clId="{E7206E2D-BCF7-48C5-AABB-ADD7E85F3CE3}" dt="2024-12-22T10:50:12.318" v="1214"/>
          <ac:spMkLst>
            <pc:docMk/>
            <pc:sldMk cId="942130592" sldId="337"/>
            <ac:spMk id="7" creationId="{A4B54037-99F3-5648-A0A7-4DFA4B51D3AB}"/>
          </ac:spMkLst>
        </pc:spChg>
        <pc:spChg chg="mod">
          <ac:chgData name="David DUFOUR" userId="1b510d786c1f9072" providerId="LiveId" clId="{E7206E2D-BCF7-48C5-AABB-ADD7E85F3CE3}" dt="2024-12-25T14:22:25.701" v="2575" actId="1076"/>
          <ac:spMkLst>
            <pc:docMk/>
            <pc:sldMk cId="942130592" sldId="337"/>
            <ac:spMk id="8" creationId="{B6FD3C81-07C3-156F-F74F-19EBC6D91E48}"/>
          </ac:spMkLst>
        </pc:spChg>
        <pc:spChg chg="mod">
          <ac:chgData name="David DUFOUR" userId="1b510d786c1f9072" providerId="LiveId" clId="{E7206E2D-BCF7-48C5-AABB-ADD7E85F3CE3}" dt="2024-12-22T10:46:24.161" v="1180" actId="1076"/>
          <ac:spMkLst>
            <pc:docMk/>
            <pc:sldMk cId="942130592" sldId="337"/>
            <ac:spMk id="12" creationId="{BF620092-384E-62CA-C2C6-E20A67D56065}"/>
          </ac:spMkLst>
        </pc:spChg>
        <pc:spChg chg="mod">
          <ac:chgData name="David DUFOUR" userId="1b510d786c1f9072" providerId="LiveId" clId="{E7206E2D-BCF7-48C5-AABB-ADD7E85F3CE3}" dt="2024-12-23T17:11:52.298" v="1949" actId="20577"/>
          <ac:spMkLst>
            <pc:docMk/>
            <pc:sldMk cId="942130592" sldId="337"/>
            <ac:spMk id="13" creationId="{2E0691CD-829C-5BE5-AA52-1F3A16C71373}"/>
          </ac:spMkLst>
        </pc:spChg>
        <pc:spChg chg="mod">
          <ac:chgData name="David DUFOUR" userId="1b510d786c1f9072" providerId="LiveId" clId="{E7206E2D-BCF7-48C5-AABB-ADD7E85F3CE3}" dt="2024-12-22T10:46:37.307" v="1181" actId="207"/>
          <ac:spMkLst>
            <pc:docMk/>
            <pc:sldMk cId="942130592" sldId="337"/>
            <ac:spMk id="17" creationId="{0936D717-BEA8-94F3-768A-EB73BEE951C8}"/>
          </ac:spMkLst>
        </pc:spChg>
        <pc:spChg chg="mod">
          <ac:chgData name="David DUFOUR" userId="1b510d786c1f9072" providerId="LiveId" clId="{E7206E2D-BCF7-48C5-AABB-ADD7E85F3CE3}" dt="2024-12-22T10:46:41.185" v="1182" actId="207"/>
          <ac:spMkLst>
            <pc:docMk/>
            <pc:sldMk cId="942130592" sldId="337"/>
            <ac:spMk id="18" creationId="{7227E531-6E07-7AD5-1276-EA0B63545568}"/>
          </ac:spMkLst>
        </pc:spChg>
        <pc:spChg chg="mod">
          <ac:chgData name="David DUFOUR" userId="1b510d786c1f9072" providerId="LiveId" clId="{E7206E2D-BCF7-48C5-AABB-ADD7E85F3CE3}" dt="2024-12-22T10:47:20.624" v="1188" actId="108"/>
          <ac:spMkLst>
            <pc:docMk/>
            <pc:sldMk cId="942130592" sldId="337"/>
            <ac:spMk id="19" creationId="{B3628D0D-C7EC-6262-F335-6AD40499AD08}"/>
          </ac:spMkLst>
        </pc:spChg>
        <pc:spChg chg="mod">
          <ac:chgData name="David DUFOUR" userId="1b510d786c1f9072" providerId="LiveId" clId="{E7206E2D-BCF7-48C5-AABB-ADD7E85F3CE3}" dt="2024-12-22T10:46:55.272" v="1185" actId="1076"/>
          <ac:spMkLst>
            <pc:docMk/>
            <pc:sldMk cId="942130592" sldId="337"/>
            <ac:spMk id="24" creationId="{C678AF13-FB41-67FD-D122-B5B15400E9E3}"/>
          </ac:spMkLst>
        </pc:spChg>
        <pc:spChg chg="mod">
          <ac:chgData name="David DUFOUR" userId="1b510d786c1f9072" providerId="LiveId" clId="{E7206E2D-BCF7-48C5-AABB-ADD7E85F3CE3}" dt="2024-12-22T10:46:49.591" v="1184" actId="1076"/>
          <ac:spMkLst>
            <pc:docMk/>
            <pc:sldMk cId="942130592" sldId="337"/>
            <ac:spMk id="25" creationId="{8E3B430A-2EC9-4FA4-2219-9A8813FE5980}"/>
          </ac:spMkLst>
        </pc:spChg>
        <pc:spChg chg="mod">
          <ac:chgData name="David DUFOUR" userId="1b510d786c1f9072" providerId="LiveId" clId="{E7206E2D-BCF7-48C5-AABB-ADD7E85F3CE3}" dt="2024-12-22T10:46:58.771" v="1186" actId="1076"/>
          <ac:spMkLst>
            <pc:docMk/>
            <pc:sldMk cId="942130592" sldId="337"/>
            <ac:spMk id="27" creationId="{5BFD2EA9-3328-2001-9E26-86766F2B6ECB}"/>
          </ac:spMkLst>
        </pc:spChg>
      </pc:sldChg>
      <pc:sldChg chg="add">
        <pc:chgData name="David DUFOUR" userId="1b510d786c1f9072" providerId="LiveId" clId="{E7206E2D-BCF7-48C5-AABB-ADD7E85F3CE3}" dt="2024-12-23T17:56:28.508" v="1962" actId="2890"/>
        <pc:sldMkLst>
          <pc:docMk/>
          <pc:sldMk cId="3607665177" sldId="338"/>
        </pc:sldMkLst>
      </pc:sldChg>
      <pc:sldChg chg="addSp delSp modSp add mod delAnim modAnim">
        <pc:chgData name="David DUFOUR" userId="1b510d786c1f9072" providerId="LiveId" clId="{E7206E2D-BCF7-48C5-AABB-ADD7E85F3CE3}" dt="2024-12-25T14:15:38.435" v="2436" actId="20577"/>
        <pc:sldMkLst>
          <pc:docMk/>
          <pc:sldMk cId="3584066922" sldId="339"/>
        </pc:sldMkLst>
        <pc:spChg chg="del">
          <ac:chgData name="David DUFOUR" userId="1b510d786c1f9072" providerId="LiveId" clId="{E7206E2D-BCF7-48C5-AABB-ADD7E85F3CE3}" dt="2024-12-25T14:14:03.254" v="2420" actId="478"/>
          <ac:spMkLst>
            <pc:docMk/>
            <pc:sldMk cId="3584066922" sldId="339"/>
            <ac:spMk id="4" creationId="{EB6F167B-A2DF-84F5-0E2E-C920A29B5654}"/>
          </ac:spMkLst>
        </pc:spChg>
        <pc:spChg chg="mod">
          <ac:chgData name="David DUFOUR" userId="1b510d786c1f9072" providerId="LiveId" clId="{E7206E2D-BCF7-48C5-AABB-ADD7E85F3CE3}" dt="2024-12-25T14:15:38.435" v="2436" actId="20577"/>
          <ac:spMkLst>
            <pc:docMk/>
            <pc:sldMk cId="3584066922" sldId="339"/>
            <ac:spMk id="5" creationId="{23CD0C53-56AB-CE94-4416-45012F5B6CD5}"/>
          </ac:spMkLst>
        </pc:spChg>
        <pc:spChg chg="add mod">
          <ac:chgData name="David DUFOUR" userId="1b510d786c1f9072" providerId="LiveId" clId="{E7206E2D-BCF7-48C5-AABB-ADD7E85F3CE3}" dt="2024-12-25T14:14:28.536" v="2425" actId="1076"/>
          <ac:spMkLst>
            <pc:docMk/>
            <pc:sldMk cId="3584066922" sldId="339"/>
            <ac:spMk id="6" creationId="{57F5872E-EDAB-D41F-49A4-B991AF34AD63}"/>
          </ac:spMkLst>
        </pc:spChg>
        <pc:spChg chg="del">
          <ac:chgData name="David DUFOUR" userId="1b510d786c1f9072" providerId="LiveId" clId="{E7206E2D-BCF7-48C5-AABB-ADD7E85F3CE3}" dt="2024-12-25T14:14:06.349" v="2421" actId="478"/>
          <ac:spMkLst>
            <pc:docMk/>
            <pc:sldMk cId="3584066922" sldId="339"/>
            <ac:spMk id="7" creationId="{E10F573C-D847-F9F9-19C2-D5597C8FBE93}"/>
          </ac:spMkLst>
        </pc:spChg>
        <pc:spChg chg="del mod">
          <ac:chgData name="David DUFOUR" userId="1b510d786c1f9072" providerId="LiveId" clId="{E7206E2D-BCF7-48C5-AABB-ADD7E85F3CE3}" dt="2024-12-25T14:13:58.704" v="2418" actId="478"/>
          <ac:spMkLst>
            <pc:docMk/>
            <pc:sldMk cId="3584066922" sldId="339"/>
            <ac:spMk id="8" creationId="{6848A663-EEBE-809E-30ED-D24EF3135C0F}"/>
          </ac:spMkLst>
        </pc:spChg>
        <pc:spChg chg="add mod">
          <ac:chgData name="David DUFOUR" userId="1b510d786c1f9072" providerId="LiveId" clId="{E7206E2D-BCF7-48C5-AABB-ADD7E85F3CE3}" dt="2024-12-25T14:15:12.446" v="2431" actId="1076"/>
          <ac:spMkLst>
            <pc:docMk/>
            <pc:sldMk cId="3584066922" sldId="339"/>
            <ac:spMk id="11" creationId="{82A3DEAF-3442-6895-65DD-57FF24DAEAA4}"/>
          </ac:spMkLst>
        </pc:spChg>
        <pc:picChg chg="del">
          <ac:chgData name="David DUFOUR" userId="1b510d786c1f9072" providerId="LiveId" clId="{E7206E2D-BCF7-48C5-AABB-ADD7E85F3CE3}" dt="2024-12-25T14:13:53.537" v="2416" actId="478"/>
          <ac:picMkLst>
            <pc:docMk/>
            <pc:sldMk cId="3584066922" sldId="339"/>
            <ac:picMk id="3" creationId="{F434DFB3-54BC-D9AE-2EF8-CFA3534257C9}"/>
          </ac:picMkLst>
        </pc:picChg>
        <pc:picChg chg="del">
          <ac:chgData name="David DUFOUR" userId="1b510d786c1f9072" providerId="LiveId" clId="{E7206E2D-BCF7-48C5-AABB-ADD7E85F3CE3}" dt="2024-12-25T14:14:00.495" v="2419" actId="478"/>
          <ac:picMkLst>
            <pc:docMk/>
            <pc:sldMk cId="3584066922" sldId="339"/>
            <ac:picMk id="9" creationId="{4560BA14-AA8E-5047-3042-2170FEF46DC6}"/>
          </ac:picMkLst>
        </pc:picChg>
        <pc:picChg chg="add mod">
          <ac:chgData name="David DUFOUR" userId="1b510d786c1f9072" providerId="LiveId" clId="{E7206E2D-BCF7-48C5-AABB-ADD7E85F3CE3}" dt="2024-12-25T14:14:47.552" v="2428" actId="1076"/>
          <ac:picMkLst>
            <pc:docMk/>
            <pc:sldMk cId="3584066922" sldId="339"/>
            <ac:picMk id="10" creationId="{2FFDF37E-FCCE-1402-3613-F501D8AB7F81}"/>
          </ac:picMkLst>
        </pc:picChg>
        <pc:picChg chg="add mod">
          <ac:chgData name="David DUFOUR" userId="1b510d786c1f9072" providerId="LiveId" clId="{E7206E2D-BCF7-48C5-AABB-ADD7E85F3CE3}" dt="2024-12-25T14:15:29.814" v="2434" actId="1076"/>
          <ac:picMkLst>
            <pc:docMk/>
            <pc:sldMk cId="3584066922" sldId="339"/>
            <ac:picMk id="12" creationId="{382AB752-E69B-A6E5-D223-707FF95916C3}"/>
          </ac:picMkLst>
        </pc:pic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9B3DBF-243C-45F5-950A-24E81FD9C2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17D63EE9-4C55-49CA-93AF-B0CDEADBE42D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Knime</a:t>
          </a:r>
        </a:p>
      </dgm:t>
    </dgm:pt>
    <dgm:pt modelId="{78BFA60F-80EC-4744-AB95-A5F57D65BF8B}" type="parTrans" cxnId="{8B7612E5-62FF-41E1-AA6F-DFA5EA85989B}">
      <dgm:prSet/>
      <dgm:spPr/>
      <dgm:t>
        <a:bodyPr/>
        <a:lstStyle/>
        <a:p>
          <a:endParaRPr lang="fr-FR"/>
        </a:p>
      </dgm:t>
    </dgm:pt>
    <dgm:pt modelId="{C56B3829-5BD9-4C7C-9F4E-64165A338CB6}" type="sibTrans" cxnId="{8B7612E5-62FF-41E1-AA6F-DFA5EA85989B}">
      <dgm:prSet/>
      <dgm:spPr/>
      <dgm:t>
        <a:bodyPr/>
        <a:lstStyle/>
        <a:p>
          <a:endParaRPr lang="fr-FR"/>
        </a:p>
      </dgm:t>
    </dgm:pt>
    <dgm:pt modelId="{6CF46B9C-339D-4755-8165-FC182E5F8B53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RGPD</a:t>
          </a:r>
        </a:p>
      </dgm:t>
    </dgm:pt>
    <dgm:pt modelId="{F671AC30-ED95-4499-930D-B37A113190F3}" type="parTrans" cxnId="{17C08622-C79C-4525-B64A-9F8A8F94407E}">
      <dgm:prSet/>
      <dgm:spPr/>
      <dgm:t>
        <a:bodyPr/>
        <a:lstStyle/>
        <a:p>
          <a:endParaRPr lang="fr-FR"/>
        </a:p>
      </dgm:t>
    </dgm:pt>
    <dgm:pt modelId="{5F373F74-E5DF-4C6A-8910-0648C5E3BD46}" type="sibTrans" cxnId="{17C08622-C79C-4525-B64A-9F8A8F94407E}">
      <dgm:prSet/>
      <dgm:spPr/>
      <dgm:t>
        <a:bodyPr/>
        <a:lstStyle/>
        <a:p>
          <a:endParaRPr lang="fr-FR"/>
        </a:p>
      </dgm:t>
    </dgm:pt>
    <dgm:pt modelId="{30D66454-C2D9-4A73-97FF-0047C0DEFDDE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Les 5 grands principes</a:t>
          </a:r>
        </a:p>
      </dgm:t>
    </dgm:pt>
    <dgm:pt modelId="{6FDE0235-B71D-426A-970F-D3EB537FE534}" type="parTrans" cxnId="{912FB7A0-23F3-41BF-9D15-131E2EC835FA}">
      <dgm:prSet/>
      <dgm:spPr/>
      <dgm:t>
        <a:bodyPr/>
        <a:lstStyle/>
        <a:p>
          <a:endParaRPr lang="fr-FR"/>
        </a:p>
      </dgm:t>
    </dgm:pt>
    <dgm:pt modelId="{5D97DB48-62F6-4A72-8251-F8A9F730ACE8}" type="sibTrans" cxnId="{912FB7A0-23F3-41BF-9D15-131E2EC835FA}">
      <dgm:prSet/>
      <dgm:spPr/>
      <dgm:t>
        <a:bodyPr/>
        <a:lstStyle/>
        <a:p>
          <a:endParaRPr lang="fr-FR"/>
        </a:p>
      </dgm:t>
    </dgm:pt>
    <dgm:pt modelId="{6B9F5BF8-917C-4594-AB35-DE44E7DD1808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Analyse</a:t>
          </a:r>
        </a:p>
      </dgm:t>
    </dgm:pt>
    <dgm:pt modelId="{5BA44831-ACB7-481A-AA0E-F04401F9755B}" type="parTrans" cxnId="{CA25DCA0-76C8-484A-9641-6E5471F6343B}">
      <dgm:prSet/>
      <dgm:spPr/>
      <dgm:t>
        <a:bodyPr/>
        <a:lstStyle/>
        <a:p>
          <a:endParaRPr lang="fr-FR"/>
        </a:p>
      </dgm:t>
    </dgm:pt>
    <dgm:pt modelId="{B8B12E6F-5E50-47A1-984D-AF027708A5B2}" type="sibTrans" cxnId="{CA25DCA0-76C8-484A-9641-6E5471F6343B}">
      <dgm:prSet/>
      <dgm:spPr/>
      <dgm:t>
        <a:bodyPr/>
        <a:lstStyle/>
        <a:p>
          <a:endParaRPr lang="fr-FR"/>
        </a:p>
      </dgm:t>
    </dgm:pt>
    <dgm:pt modelId="{DD537CFA-766F-46CF-9B7D-CA818D806B2D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Axes d’analyses</a:t>
          </a:r>
        </a:p>
      </dgm:t>
    </dgm:pt>
    <dgm:pt modelId="{DB6118BC-CC07-4A0C-B1FD-B3F3E78D86F4}" type="parTrans" cxnId="{5F620866-16D7-433B-9D06-3C546D9C6555}">
      <dgm:prSet/>
      <dgm:spPr/>
      <dgm:t>
        <a:bodyPr/>
        <a:lstStyle/>
        <a:p>
          <a:endParaRPr lang="fr-FR"/>
        </a:p>
      </dgm:t>
    </dgm:pt>
    <dgm:pt modelId="{51EBBCAF-B9EE-4D95-9EF6-45FAA86DB79D}" type="sibTrans" cxnId="{5F620866-16D7-433B-9D06-3C546D9C6555}">
      <dgm:prSet/>
      <dgm:spPr/>
      <dgm:t>
        <a:bodyPr/>
        <a:lstStyle/>
        <a:p>
          <a:endParaRPr lang="fr-FR"/>
        </a:p>
      </dgm:t>
    </dgm:pt>
    <dgm:pt modelId="{CF271A2D-4C5B-4158-8C3B-4961BA31CC55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Visualisation</a:t>
          </a:r>
        </a:p>
      </dgm:t>
    </dgm:pt>
    <dgm:pt modelId="{87293B8F-565C-4AE9-BD2E-2A1D8BDE23F9}" type="parTrans" cxnId="{8E957C23-7BB3-4458-9F26-EC3ED8D42E9B}">
      <dgm:prSet/>
      <dgm:spPr/>
      <dgm:t>
        <a:bodyPr/>
        <a:lstStyle/>
        <a:p>
          <a:endParaRPr lang="fr-FR"/>
        </a:p>
      </dgm:t>
    </dgm:pt>
    <dgm:pt modelId="{3DA29D5F-8229-426E-8B53-A9CE50511D34}" type="sibTrans" cxnId="{8E957C23-7BB3-4458-9F26-EC3ED8D42E9B}">
      <dgm:prSet/>
      <dgm:spPr/>
      <dgm:t>
        <a:bodyPr/>
        <a:lstStyle/>
        <a:p>
          <a:endParaRPr lang="fr-FR"/>
        </a:p>
      </dgm:t>
    </dgm:pt>
    <dgm:pt modelId="{5D579D35-64A1-42E0-8472-3433AFC3630A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Logiciel</a:t>
          </a:r>
        </a:p>
      </dgm:t>
    </dgm:pt>
    <dgm:pt modelId="{E058F0F1-A603-42FA-9FBA-731E64B9801B}" type="parTrans" cxnId="{A737467C-A661-43CA-A65C-A7F569E3EE1D}">
      <dgm:prSet/>
      <dgm:spPr/>
      <dgm:t>
        <a:bodyPr/>
        <a:lstStyle/>
        <a:p>
          <a:endParaRPr lang="fr-FR"/>
        </a:p>
      </dgm:t>
    </dgm:pt>
    <dgm:pt modelId="{88F18AC5-7E4E-4384-8D30-02165912DA24}" type="sibTrans" cxnId="{A737467C-A661-43CA-A65C-A7F569E3EE1D}">
      <dgm:prSet/>
      <dgm:spPr/>
      <dgm:t>
        <a:bodyPr/>
        <a:lstStyle/>
        <a:p>
          <a:endParaRPr lang="fr-FR"/>
        </a:p>
      </dgm:t>
    </dgm:pt>
    <dgm:pt modelId="{6CAA19D5-96EA-4D64-BFA1-C66A71545E92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Préparation des données</a:t>
          </a:r>
        </a:p>
      </dgm:t>
    </dgm:pt>
    <dgm:pt modelId="{7183C229-B3D8-4899-BE2B-F1658AFE5CC2}" type="parTrans" cxnId="{A3DA988D-C551-4E8F-843D-290757FB117C}">
      <dgm:prSet/>
      <dgm:spPr/>
      <dgm:t>
        <a:bodyPr/>
        <a:lstStyle/>
        <a:p>
          <a:endParaRPr lang="fr-FR"/>
        </a:p>
      </dgm:t>
    </dgm:pt>
    <dgm:pt modelId="{A5A98D7F-ADB2-445C-99CC-CAAEA4CB73E8}" type="sibTrans" cxnId="{A3DA988D-C551-4E8F-843D-290757FB117C}">
      <dgm:prSet/>
      <dgm:spPr/>
      <dgm:t>
        <a:bodyPr/>
        <a:lstStyle/>
        <a:p>
          <a:endParaRPr lang="fr-FR"/>
        </a:p>
      </dgm:t>
    </dgm:pt>
    <dgm:pt modelId="{7AC9BCED-8E53-4D84-800E-83D3C7C62B47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Les indicateurs</a:t>
          </a:r>
        </a:p>
      </dgm:t>
    </dgm:pt>
    <dgm:pt modelId="{87241130-CC03-4A22-A1B5-D6DFD80CDA5D}" type="parTrans" cxnId="{DFDD52F4-1412-4174-B928-6DC56335AA41}">
      <dgm:prSet/>
      <dgm:spPr/>
      <dgm:t>
        <a:bodyPr/>
        <a:lstStyle/>
        <a:p>
          <a:endParaRPr lang="fr-FR"/>
        </a:p>
      </dgm:t>
    </dgm:pt>
    <dgm:pt modelId="{042EA3B7-62E7-46F9-B9E3-9D90F2A21919}" type="sibTrans" cxnId="{DFDD52F4-1412-4174-B928-6DC56335AA41}">
      <dgm:prSet/>
      <dgm:spPr/>
      <dgm:t>
        <a:bodyPr/>
        <a:lstStyle/>
        <a:p>
          <a:endParaRPr lang="fr-FR"/>
        </a:p>
      </dgm:t>
    </dgm:pt>
    <dgm:pt modelId="{C5450368-1B1A-4D80-8DA5-F3422C5071C5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Diagnostic égalité H / F</a:t>
          </a:r>
        </a:p>
      </dgm:t>
    </dgm:pt>
    <dgm:pt modelId="{958FA3F8-9004-478E-9258-86671853B29D}" type="parTrans" cxnId="{64A7D8C1-151B-47B6-A4A3-F73B323F1B45}">
      <dgm:prSet/>
      <dgm:spPr/>
      <dgm:t>
        <a:bodyPr/>
        <a:lstStyle/>
        <a:p>
          <a:endParaRPr lang="fr-FR"/>
        </a:p>
      </dgm:t>
    </dgm:pt>
    <dgm:pt modelId="{F12E6218-BABA-4FCE-81ED-01072DFC8AB5}" type="sibTrans" cxnId="{64A7D8C1-151B-47B6-A4A3-F73B323F1B45}">
      <dgm:prSet/>
      <dgm:spPr/>
      <dgm:t>
        <a:bodyPr/>
        <a:lstStyle/>
        <a:p>
          <a:endParaRPr lang="fr-FR"/>
        </a:p>
      </dgm:t>
    </dgm:pt>
    <dgm:pt modelId="{54175871-1859-4765-A2ED-14390D7A4AFF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</a:t>
          </a:r>
        </a:p>
      </dgm:t>
    </dgm:pt>
    <dgm:pt modelId="{4ECB823F-6918-4FE2-83C8-7F95C1CA4963}" type="parTrans" cxnId="{92BF03EA-C699-4232-9F52-48364337E5B0}">
      <dgm:prSet/>
      <dgm:spPr/>
      <dgm:t>
        <a:bodyPr/>
        <a:lstStyle/>
        <a:p>
          <a:endParaRPr lang="fr-FR"/>
        </a:p>
      </dgm:t>
    </dgm:pt>
    <dgm:pt modelId="{13D65F5A-3E18-4C93-B2DB-64F816AF6199}" type="sibTrans" cxnId="{92BF03EA-C699-4232-9F52-48364337E5B0}">
      <dgm:prSet/>
      <dgm:spPr/>
      <dgm:t>
        <a:bodyPr/>
        <a:lstStyle/>
        <a:p>
          <a:endParaRPr lang="fr-FR"/>
        </a:p>
      </dgm:t>
    </dgm:pt>
    <dgm:pt modelId="{305884F5-2419-4635-98A4-E5047516FC9C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Calcul</a:t>
          </a:r>
        </a:p>
      </dgm:t>
    </dgm:pt>
    <dgm:pt modelId="{C36D773F-010C-48CD-8D20-04DE6CEF662F}" type="parTrans" cxnId="{F7EE98C4-26E9-41B6-858A-E59249810B88}">
      <dgm:prSet/>
      <dgm:spPr/>
      <dgm:t>
        <a:bodyPr/>
        <a:lstStyle/>
        <a:p>
          <a:endParaRPr lang="fr-FR"/>
        </a:p>
      </dgm:t>
    </dgm:pt>
    <dgm:pt modelId="{3973D0FC-3710-4ACC-8426-79CD55B388F2}" type="sibTrans" cxnId="{F7EE98C4-26E9-41B6-858A-E59249810B88}">
      <dgm:prSet/>
      <dgm:spPr/>
      <dgm:t>
        <a:bodyPr/>
        <a:lstStyle/>
        <a:p>
          <a:endParaRPr lang="fr-FR"/>
        </a:p>
      </dgm:t>
    </dgm:pt>
    <dgm:pt modelId="{1190F5AB-CDE4-438C-A438-24F0CB9C6606}" type="pres">
      <dgm:prSet presAssocID="{A39B3DBF-243C-45F5-950A-24E81FD9C2FC}" presName="linear" presStyleCnt="0">
        <dgm:presLayoutVars>
          <dgm:animLvl val="lvl"/>
          <dgm:resizeHandles val="exact"/>
        </dgm:presLayoutVars>
      </dgm:prSet>
      <dgm:spPr/>
    </dgm:pt>
    <dgm:pt modelId="{426A3C16-56CB-43B2-A9D8-8342EEDB10F4}" type="pres">
      <dgm:prSet presAssocID="{17D63EE9-4C55-49CA-93AF-B0CDEADBE4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E15FF0-6224-4319-8D00-FE5753B1EDBE}" type="pres">
      <dgm:prSet presAssocID="{17D63EE9-4C55-49CA-93AF-B0CDEADBE42D}" presName="childText" presStyleLbl="revTx" presStyleIdx="0" presStyleCnt="4">
        <dgm:presLayoutVars>
          <dgm:bulletEnabled val="1"/>
        </dgm:presLayoutVars>
      </dgm:prSet>
      <dgm:spPr/>
    </dgm:pt>
    <dgm:pt modelId="{E2B1826C-6AA4-4004-AF4C-C7339135A2B7}" type="pres">
      <dgm:prSet presAssocID="{6CF46B9C-339D-4755-8165-FC182E5F8B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F7BF0C-C231-4C60-89B8-69846158766D}" type="pres">
      <dgm:prSet presAssocID="{6CF46B9C-339D-4755-8165-FC182E5F8B53}" presName="childText" presStyleLbl="revTx" presStyleIdx="1" presStyleCnt="4">
        <dgm:presLayoutVars>
          <dgm:bulletEnabled val="1"/>
        </dgm:presLayoutVars>
      </dgm:prSet>
      <dgm:spPr/>
    </dgm:pt>
    <dgm:pt modelId="{DFDF760E-6836-4710-83B5-8E305BC28849}" type="pres">
      <dgm:prSet presAssocID="{54175871-1859-4765-A2ED-14390D7A4A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9086B5-2EC7-4DC9-9F59-97C9600C9E2B}" type="pres">
      <dgm:prSet presAssocID="{54175871-1859-4765-A2ED-14390D7A4AFF}" presName="childText" presStyleLbl="revTx" presStyleIdx="2" presStyleCnt="4">
        <dgm:presLayoutVars>
          <dgm:bulletEnabled val="1"/>
        </dgm:presLayoutVars>
      </dgm:prSet>
      <dgm:spPr/>
    </dgm:pt>
    <dgm:pt modelId="{166A85AB-C4AD-468A-B937-A84DB273D4AA}" type="pres">
      <dgm:prSet presAssocID="{6B9F5BF8-917C-4594-AB35-DE44E7DD180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E6970F7-C666-4709-B108-FEC2F17A12AA}" type="pres">
      <dgm:prSet presAssocID="{6B9F5BF8-917C-4594-AB35-DE44E7DD180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7887B10-D25B-400E-BAA9-0B1BDCCE53C1}" type="presOf" srcId="{54175871-1859-4765-A2ED-14390D7A4AFF}" destId="{DFDF760E-6836-4710-83B5-8E305BC28849}" srcOrd="0" destOrd="0" presId="urn:microsoft.com/office/officeart/2005/8/layout/vList2"/>
    <dgm:cxn modelId="{17C08622-C79C-4525-B64A-9F8A8F94407E}" srcId="{A39B3DBF-243C-45F5-950A-24E81FD9C2FC}" destId="{6CF46B9C-339D-4755-8165-FC182E5F8B53}" srcOrd="1" destOrd="0" parTransId="{F671AC30-ED95-4499-930D-B37A113190F3}" sibTransId="{5F373F74-E5DF-4C6A-8910-0648C5E3BD46}"/>
    <dgm:cxn modelId="{8E957C23-7BB3-4458-9F26-EC3ED8D42E9B}" srcId="{17D63EE9-4C55-49CA-93AF-B0CDEADBE42D}" destId="{CF271A2D-4C5B-4158-8C3B-4961BA31CC55}" srcOrd="2" destOrd="0" parTransId="{87293B8F-565C-4AE9-BD2E-2A1D8BDE23F9}" sibTransId="{3DA29D5F-8229-426E-8B53-A9CE50511D34}"/>
    <dgm:cxn modelId="{6D29B725-A7DB-436B-91DB-B110AA3EE8D0}" type="presOf" srcId="{A39B3DBF-243C-45F5-950A-24E81FD9C2FC}" destId="{1190F5AB-CDE4-438C-A438-24F0CB9C6606}" srcOrd="0" destOrd="0" presId="urn:microsoft.com/office/officeart/2005/8/layout/vList2"/>
    <dgm:cxn modelId="{295A4F2A-95E7-4BC4-8E26-0BBEDF263ECB}" type="presOf" srcId="{DD537CFA-766F-46CF-9B7D-CA818D806B2D}" destId="{FE6970F7-C666-4709-B108-FEC2F17A12AA}" srcOrd="0" destOrd="1" presId="urn:microsoft.com/office/officeart/2005/8/layout/vList2"/>
    <dgm:cxn modelId="{5F620866-16D7-433B-9D06-3C546D9C6555}" srcId="{6B9F5BF8-917C-4594-AB35-DE44E7DD1808}" destId="{DD537CFA-766F-46CF-9B7D-CA818D806B2D}" srcOrd="1" destOrd="0" parTransId="{DB6118BC-CC07-4A0C-B1FD-B3F3E78D86F4}" sibTransId="{51EBBCAF-B9EE-4D95-9EF6-45FAA86DB79D}"/>
    <dgm:cxn modelId="{73D1E747-2D1A-4142-A4C1-4D61CD01840A}" type="presOf" srcId="{17D63EE9-4C55-49CA-93AF-B0CDEADBE42D}" destId="{426A3C16-56CB-43B2-A9D8-8342EEDB10F4}" srcOrd="0" destOrd="0" presId="urn:microsoft.com/office/officeart/2005/8/layout/vList2"/>
    <dgm:cxn modelId="{75EE0871-D00A-44DC-B745-0B775AE96D7E}" type="presOf" srcId="{305884F5-2419-4635-98A4-E5047516FC9C}" destId="{109086B5-2EC7-4DC9-9F59-97C9600C9E2B}" srcOrd="0" destOrd="0" presId="urn:microsoft.com/office/officeart/2005/8/layout/vList2"/>
    <dgm:cxn modelId="{973ADE58-2E1D-4B0E-ABBF-3E6F404140AA}" type="presOf" srcId="{6CAA19D5-96EA-4D64-BFA1-C66A71545E92}" destId="{16E15FF0-6224-4319-8D00-FE5753B1EDBE}" srcOrd="0" destOrd="1" presId="urn:microsoft.com/office/officeart/2005/8/layout/vList2"/>
    <dgm:cxn modelId="{E993BD7B-1597-4417-BB92-9F2560B23EFF}" type="presOf" srcId="{30D66454-C2D9-4A73-97FF-0047C0DEFDDE}" destId="{73F7BF0C-C231-4C60-89B8-69846158766D}" srcOrd="0" destOrd="0" presId="urn:microsoft.com/office/officeart/2005/8/layout/vList2"/>
    <dgm:cxn modelId="{A737467C-A661-43CA-A65C-A7F569E3EE1D}" srcId="{17D63EE9-4C55-49CA-93AF-B0CDEADBE42D}" destId="{5D579D35-64A1-42E0-8472-3433AFC3630A}" srcOrd="0" destOrd="0" parTransId="{E058F0F1-A603-42FA-9FBA-731E64B9801B}" sibTransId="{88F18AC5-7E4E-4384-8D30-02165912DA24}"/>
    <dgm:cxn modelId="{A3DA988D-C551-4E8F-843D-290757FB117C}" srcId="{17D63EE9-4C55-49CA-93AF-B0CDEADBE42D}" destId="{6CAA19D5-96EA-4D64-BFA1-C66A71545E92}" srcOrd="1" destOrd="0" parTransId="{7183C229-B3D8-4899-BE2B-F1658AFE5CC2}" sibTransId="{A5A98D7F-ADB2-445C-99CC-CAAEA4CB73E8}"/>
    <dgm:cxn modelId="{912FB7A0-23F3-41BF-9D15-131E2EC835FA}" srcId="{6CF46B9C-339D-4755-8165-FC182E5F8B53}" destId="{30D66454-C2D9-4A73-97FF-0047C0DEFDDE}" srcOrd="0" destOrd="0" parTransId="{6FDE0235-B71D-426A-970F-D3EB537FE534}" sibTransId="{5D97DB48-62F6-4A72-8251-F8A9F730ACE8}"/>
    <dgm:cxn modelId="{CA25DCA0-76C8-484A-9641-6E5471F6343B}" srcId="{A39B3DBF-243C-45F5-950A-24E81FD9C2FC}" destId="{6B9F5BF8-917C-4594-AB35-DE44E7DD1808}" srcOrd="3" destOrd="0" parTransId="{5BA44831-ACB7-481A-AA0E-F04401F9755B}" sibTransId="{B8B12E6F-5E50-47A1-984D-AF027708A5B2}"/>
    <dgm:cxn modelId="{16D861A8-920F-4DDA-A524-075A792BDA56}" type="presOf" srcId="{CF271A2D-4C5B-4158-8C3B-4961BA31CC55}" destId="{16E15FF0-6224-4319-8D00-FE5753B1EDBE}" srcOrd="0" destOrd="2" presId="urn:microsoft.com/office/officeart/2005/8/layout/vList2"/>
    <dgm:cxn modelId="{5EC0D6AA-7474-4430-80FE-04A10F35D33C}" type="presOf" srcId="{6CF46B9C-339D-4755-8165-FC182E5F8B53}" destId="{E2B1826C-6AA4-4004-AF4C-C7339135A2B7}" srcOrd="0" destOrd="0" presId="urn:microsoft.com/office/officeart/2005/8/layout/vList2"/>
    <dgm:cxn modelId="{1A93B7AE-930A-45D4-8334-390613CFD2BF}" type="presOf" srcId="{5D579D35-64A1-42E0-8472-3433AFC3630A}" destId="{16E15FF0-6224-4319-8D00-FE5753B1EDBE}" srcOrd="0" destOrd="0" presId="urn:microsoft.com/office/officeart/2005/8/layout/vList2"/>
    <dgm:cxn modelId="{A5D861BF-8278-4F28-94CA-6E3760138FC7}" type="presOf" srcId="{7AC9BCED-8E53-4D84-800E-83D3C7C62B47}" destId="{FE6970F7-C666-4709-B108-FEC2F17A12AA}" srcOrd="0" destOrd="2" presId="urn:microsoft.com/office/officeart/2005/8/layout/vList2"/>
    <dgm:cxn modelId="{64A7D8C1-151B-47B6-A4A3-F73B323F1B45}" srcId="{6B9F5BF8-917C-4594-AB35-DE44E7DD1808}" destId="{C5450368-1B1A-4D80-8DA5-F3422C5071C5}" srcOrd="0" destOrd="0" parTransId="{958FA3F8-9004-478E-9258-86671853B29D}" sibTransId="{F12E6218-BABA-4FCE-81ED-01072DFC8AB5}"/>
    <dgm:cxn modelId="{F7EE98C4-26E9-41B6-858A-E59249810B88}" srcId="{54175871-1859-4765-A2ED-14390D7A4AFF}" destId="{305884F5-2419-4635-98A4-E5047516FC9C}" srcOrd="0" destOrd="0" parTransId="{C36D773F-010C-48CD-8D20-04DE6CEF662F}" sibTransId="{3973D0FC-3710-4ACC-8426-79CD55B388F2}"/>
    <dgm:cxn modelId="{1EDECED4-B45C-489F-9680-9B9577FF1B8F}" type="presOf" srcId="{6B9F5BF8-917C-4594-AB35-DE44E7DD1808}" destId="{166A85AB-C4AD-468A-B937-A84DB273D4AA}" srcOrd="0" destOrd="0" presId="urn:microsoft.com/office/officeart/2005/8/layout/vList2"/>
    <dgm:cxn modelId="{17F040E2-CF7A-4592-AAE0-D69C5C666D7D}" type="presOf" srcId="{C5450368-1B1A-4D80-8DA5-F3422C5071C5}" destId="{FE6970F7-C666-4709-B108-FEC2F17A12AA}" srcOrd="0" destOrd="0" presId="urn:microsoft.com/office/officeart/2005/8/layout/vList2"/>
    <dgm:cxn modelId="{8B7612E5-62FF-41E1-AA6F-DFA5EA85989B}" srcId="{A39B3DBF-243C-45F5-950A-24E81FD9C2FC}" destId="{17D63EE9-4C55-49CA-93AF-B0CDEADBE42D}" srcOrd="0" destOrd="0" parTransId="{78BFA60F-80EC-4744-AB95-A5F57D65BF8B}" sibTransId="{C56B3829-5BD9-4C7C-9F4E-64165A338CB6}"/>
    <dgm:cxn modelId="{92BF03EA-C699-4232-9F52-48364337E5B0}" srcId="{A39B3DBF-243C-45F5-950A-24E81FD9C2FC}" destId="{54175871-1859-4765-A2ED-14390D7A4AFF}" srcOrd="2" destOrd="0" parTransId="{4ECB823F-6918-4FE2-83C8-7F95C1CA4963}" sibTransId="{13D65F5A-3E18-4C93-B2DB-64F816AF6199}"/>
    <dgm:cxn modelId="{DFDD52F4-1412-4174-B928-6DC56335AA41}" srcId="{6B9F5BF8-917C-4594-AB35-DE44E7DD1808}" destId="{7AC9BCED-8E53-4D84-800E-83D3C7C62B47}" srcOrd="2" destOrd="0" parTransId="{87241130-CC03-4A22-A1B5-D6DFD80CDA5D}" sibTransId="{042EA3B7-62E7-46F9-B9E3-9D90F2A21919}"/>
    <dgm:cxn modelId="{F748067C-C7A1-4BFC-8939-4341E410C4B5}" type="presParOf" srcId="{1190F5AB-CDE4-438C-A438-24F0CB9C6606}" destId="{426A3C16-56CB-43B2-A9D8-8342EEDB10F4}" srcOrd="0" destOrd="0" presId="urn:microsoft.com/office/officeart/2005/8/layout/vList2"/>
    <dgm:cxn modelId="{68D2D444-897B-4A37-AF67-2076DDD8C568}" type="presParOf" srcId="{1190F5AB-CDE4-438C-A438-24F0CB9C6606}" destId="{16E15FF0-6224-4319-8D00-FE5753B1EDBE}" srcOrd="1" destOrd="0" presId="urn:microsoft.com/office/officeart/2005/8/layout/vList2"/>
    <dgm:cxn modelId="{AEB1E552-4D16-41DC-A91F-48A004AE7A2A}" type="presParOf" srcId="{1190F5AB-CDE4-438C-A438-24F0CB9C6606}" destId="{E2B1826C-6AA4-4004-AF4C-C7339135A2B7}" srcOrd="2" destOrd="0" presId="urn:microsoft.com/office/officeart/2005/8/layout/vList2"/>
    <dgm:cxn modelId="{AAB040C7-9F8C-472D-AF83-8D289D613002}" type="presParOf" srcId="{1190F5AB-CDE4-438C-A438-24F0CB9C6606}" destId="{73F7BF0C-C231-4C60-89B8-69846158766D}" srcOrd="3" destOrd="0" presId="urn:microsoft.com/office/officeart/2005/8/layout/vList2"/>
    <dgm:cxn modelId="{2F420458-5BF7-456F-9640-AD94D8C0CE73}" type="presParOf" srcId="{1190F5AB-CDE4-438C-A438-24F0CB9C6606}" destId="{DFDF760E-6836-4710-83B5-8E305BC28849}" srcOrd="4" destOrd="0" presId="urn:microsoft.com/office/officeart/2005/8/layout/vList2"/>
    <dgm:cxn modelId="{B336C10A-AF41-4792-8A0D-5587A816CD5F}" type="presParOf" srcId="{1190F5AB-CDE4-438C-A438-24F0CB9C6606}" destId="{109086B5-2EC7-4DC9-9F59-97C9600C9E2B}" srcOrd="5" destOrd="0" presId="urn:microsoft.com/office/officeart/2005/8/layout/vList2"/>
    <dgm:cxn modelId="{94D9D380-3694-4B73-BB90-6F77A83A4428}" type="presParOf" srcId="{1190F5AB-CDE4-438C-A438-24F0CB9C6606}" destId="{166A85AB-C4AD-468A-B937-A84DB273D4AA}" srcOrd="6" destOrd="0" presId="urn:microsoft.com/office/officeart/2005/8/layout/vList2"/>
    <dgm:cxn modelId="{90855F7C-B27A-4CC2-B90D-90C2D61A7E1B}" type="presParOf" srcId="{1190F5AB-CDE4-438C-A438-24F0CB9C6606}" destId="{FE6970F7-C666-4709-B108-FEC2F17A12A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4998C7-6CAC-4DA8-82F0-371208EFC1F2}" type="doc">
      <dgm:prSet loTypeId="urn:microsoft.com/office/officeart/2005/8/layout/cycle3" loCatId="cycle" qsTypeId="urn:microsoft.com/office/officeart/2005/8/quickstyle/simple2" qsCatId="simple" csTypeId="urn:microsoft.com/office/officeart/2005/8/colors/colorful1" csCatId="colorful" phldr="1"/>
      <dgm:spPr/>
    </dgm:pt>
    <dgm:pt modelId="{40F89EDA-EF8E-4179-83D8-09F5903D1584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rPr>
            <a:t>Le principe de finalité</a:t>
          </a:r>
        </a:p>
      </dgm:t>
    </dgm:pt>
    <dgm:pt modelId="{29E9DEAC-1FC1-4028-87CB-8D637C30F37E}" type="parTrans" cxnId="{1737C22C-02CB-4945-926B-5CB31A944944}">
      <dgm:prSet/>
      <dgm:spPr/>
      <dgm:t>
        <a:bodyPr/>
        <a:lstStyle/>
        <a:p>
          <a:endParaRPr lang="fr-FR"/>
        </a:p>
      </dgm:t>
    </dgm:pt>
    <dgm:pt modelId="{B309A722-A1AF-4FA9-BD30-C6B8C8395CFD}" type="sibTrans" cxnId="{1737C22C-02CB-4945-926B-5CB31A944944}">
      <dgm:prSet/>
      <dgm:spPr/>
      <dgm:t>
        <a:bodyPr/>
        <a:lstStyle/>
        <a:p>
          <a:endParaRPr lang="fr-FR"/>
        </a:p>
      </dgm:t>
    </dgm:pt>
    <dgm:pt modelId="{B418CBF5-E2FF-4F36-9B75-18A1095F24E1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 principe de proportionnalité et de pertinence</a:t>
          </a:r>
        </a:p>
      </dgm:t>
    </dgm:pt>
    <dgm:pt modelId="{53B84B08-F89A-4C91-B359-1A89F497F857}" type="parTrans" cxnId="{0CA2A1DE-0378-49C2-AA86-85E6FA355D03}">
      <dgm:prSet/>
      <dgm:spPr/>
      <dgm:t>
        <a:bodyPr/>
        <a:lstStyle/>
        <a:p>
          <a:endParaRPr lang="fr-FR"/>
        </a:p>
      </dgm:t>
    </dgm:pt>
    <dgm:pt modelId="{1A3A1B0B-D517-4387-A7DC-1FAD6B263730}" type="sibTrans" cxnId="{0CA2A1DE-0378-49C2-AA86-85E6FA355D03}">
      <dgm:prSet/>
      <dgm:spPr/>
      <dgm:t>
        <a:bodyPr/>
        <a:lstStyle/>
        <a:p>
          <a:endParaRPr lang="fr-FR"/>
        </a:p>
      </dgm:t>
    </dgm:pt>
    <dgm:pt modelId="{DCC95BE3-1BB5-40A9-912F-72DAF470ED6C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 principe d’une durée de conservation limitée</a:t>
          </a:r>
        </a:p>
      </dgm:t>
    </dgm:pt>
    <dgm:pt modelId="{7F7E08E8-6470-4CEA-A0BB-05890B664CE2}" type="parTrans" cxnId="{39797181-6BAA-4E3D-AC4D-66058541F8F8}">
      <dgm:prSet/>
      <dgm:spPr/>
      <dgm:t>
        <a:bodyPr/>
        <a:lstStyle/>
        <a:p>
          <a:endParaRPr lang="fr-FR"/>
        </a:p>
      </dgm:t>
    </dgm:pt>
    <dgm:pt modelId="{DB282335-3B7E-428A-88A6-0B531806AC7D}" type="sibTrans" cxnId="{39797181-6BAA-4E3D-AC4D-66058541F8F8}">
      <dgm:prSet/>
      <dgm:spPr/>
      <dgm:t>
        <a:bodyPr/>
        <a:lstStyle/>
        <a:p>
          <a:endParaRPr lang="fr-FR"/>
        </a:p>
      </dgm:t>
    </dgm:pt>
    <dgm:pt modelId="{9C242596-D23E-40B8-BA69-D33F354ACB52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 principe de sécurité et de confidentialité</a:t>
          </a:r>
        </a:p>
      </dgm:t>
    </dgm:pt>
    <dgm:pt modelId="{49774851-E3A1-4B21-AFCE-0DAE106447D4}" type="parTrans" cxnId="{1C4707CB-F781-461B-84F1-1D40D7212F06}">
      <dgm:prSet/>
      <dgm:spPr/>
      <dgm:t>
        <a:bodyPr/>
        <a:lstStyle/>
        <a:p>
          <a:endParaRPr lang="fr-FR"/>
        </a:p>
      </dgm:t>
    </dgm:pt>
    <dgm:pt modelId="{C8001D63-1EA4-4B1C-A00C-74BEA2167543}" type="sibTrans" cxnId="{1C4707CB-F781-461B-84F1-1D40D7212F06}">
      <dgm:prSet/>
      <dgm:spPr/>
      <dgm:t>
        <a:bodyPr/>
        <a:lstStyle/>
        <a:p>
          <a:endParaRPr lang="fr-FR"/>
        </a:p>
      </dgm:t>
    </dgm:pt>
    <dgm:pt modelId="{E78A973C-34DF-4E5F-B74E-5B7054B81355}">
      <dgm:prSet phldrT="[Texte]"/>
      <dgm:spPr/>
      <dgm:t>
        <a:bodyPr/>
        <a:lstStyle/>
        <a:p>
          <a:r>
            <a: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Les droits des personnes</a:t>
          </a:r>
        </a:p>
      </dgm:t>
    </dgm:pt>
    <dgm:pt modelId="{7AD60A25-D691-4EA4-934D-DE9DF0A8754F}" type="parTrans" cxnId="{633055E1-14E8-437D-99F1-3DD76027B30E}">
      <dgm:prSet/>
      <dgm:spPr/>
      <dgm:t>
        <a:bodyPr/>
        <a:lstStyle/>
        <a:p>
          <a:endParaRPr lang="fr-FR"/>
        </a:p>
      </dgm:t>
    </dgm:pt>
    <dgm:pt modelId="{62C76C10-5FEB-4046-9420-748C380D1D7E}" type="sibTrans" cxnId="{633055E1-14E8-437D-99F1-3DD76027B30E}">
      <dgm:prSet/>
      <dgm:spPr/>
      <dgm:t>
        <a:bodyPr/>
        <a:lstStyle/>
        <a:p>
          <a:endParaRPr lang="fr-FR"/>
        </a:p>
      </dgm:t>
    </dgm:pt>
    <dgm:pt modelId="{42BA3967-F814-4C4A-9544-28A44FC6D6B2}" type="pres">
      <dgm:prSet presAssocID="{BD4998C7-6CAC-4DA8-82F0-371208EFC1F2}" presName="Name0" presStyleCnt="0">
        <dgm:presLayoutVars>
          <dgm:dir/>
          <dgm:resizeHandles val="exact"/>
        </dgm:presLayoutVars>
      </dgm:prSet>
      <dgm:spPr/>
    </dgm:pt>
    <dgm:pt modelId="{38E7CB81-B2B2-4A10-B7D7-FC459EA2ECD7}" type="pres">
      <dgm:prSet presAssocID="{BD4998C7-6CAC-4DA8-82F0-371208EFC1F2}" presName="cycle" presStyleCnt="0"/>
      <dgm:spPr/>
    </dgm:pt>
    <dgm:pt modelId="{2249FEBB-D16C-4CA1-9FBC-CD23660641DC}" type="pres">
      <dgm:prSet presAssocID="{40F89EDA-EF8E-4179-83D8-09F5903D1584}" presName="nodeFirstNode" presStyleLbl="node1" presStyleIdx="0" presStyleCnt="5">
        <dgm:presLayoutVars>
          <dgm:bulletEnabled val="1"/>
        </dgm:presLayoutVars>
      </dgm:prSet>
      <dgm:spPr/>
    </dgm:pt>
    <dgm:pt modelId="{238119AC-A3D1-45D4-81F6-F6E581D449A3}" type="pres">
      <dgm:prSet presAssocID="{B309A722-A1AF-4FA9-BD30-C6B8C8395CFD}" presName="sibTransFirstNode" presStyleLbl="bgShp" presStyleIdx="0" presStyleCnt="1"/>
      <dgm:spPr/>
    </dgm:pt>
    <dgm:pt modelId="{31FF283B-20AB-4413-B30D-5FAC07D9862B}" type="pres">
      <dgm:prSet presAssocID="{B418CBF5-E2FF-4F36-9B75-18A1095F24E1}" presName="nodeFollowingNodes" presStyleLbl="node1" presStyleIdx="1" presStyleCnt="5">
        <dgm:presLayoutVars>
          <dgm:bulletEnabled val="1"/>
        </dgm:presLayoutVars>
      </dgm:prSet>
      <dgm:spPr/>
    </dgm:pt>
    <dgm:pt modelId="{B05854E0-7E5F-432A-B486-5BCB83A275C4}" type="pres">
      <dgm:prSet presAssocID="{DCC95BE3-1BB5-40A9-912F-72DAF470ED6C}" presName="nodeFollowingNodes" presStyleLbl="node1" presStyleIdx="2" presStyleCnt="5">
        <dgm:presLayoutVars>
          <dgm:bulletEnabled val="1"/>
        </dgm:presLayoutVars>
      </dgm:prSet>
      <dgm:spPr/>
    </dgm:pt>
    <dgm:pt modelId="{F2C751BD-E6B5-4225-866F-BE54EB800F96}" type="pres">
      <dgm:prSet presAssocID="{9C242596-D23E-40B8-BA69-D33F354ACB52}" presName="nodeFollowingNodes" presStyleLbl="node1" presStyleIdx="3" presStyleCnt="5">
        <dgm:presLayoutVars>
          <dgm:bulletEnabled val="1"/>
        </dgm:presLayoutVars>
      </dgm:prSet>
      <dgm:spPr/>
    </dgm:pt>
    <dgm:pt modelId="{B364CE76-1EC8-4693-8550-C3AC32A30EAB}" type="pres">
      <dgm:prSet presAssocID="{E78A973C-34DF-4E5F-B74E-5B7054B81355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1737C22C-02CB-4945-926B-5CB31A944944}" srcId="{BD4998C7-6CAC-4DA8-82F0-371208EFC1F2}" destId="{40F89EDA-EF8E-4179-83D8-09F5903D1584}" srcOrd="0" destOrd="0" parTransId="{29E9DEAC-1FC1-4028-87CB-8D637C30F37E}" sibTransId="{B309A722-A1AF-4FA9-BD30-C6B8C8395CFD}"/>
    <dgm:cxn modelId="{7D35D878-CEEA-4D97-9539-79E48278352C}" type="presOf" srcId="{B418CBF5-E2FF-4F36-9B75-18A1095F24E1}" destId="{31FF283B-20AB-4413-B30D-5FAC07D9862B}" srcOrd="0" destOrd="0" presId="urn:microsoft.com/office/officeart/2005/8/layout/cycle3"/>
    <dgm:cxn modelId="{39797181-6BAA-4E3D-AC4D-66058541F8F8}" srcId="{BD4998C7-6CAC-4DA8-82F0-371208EFC1F2}" destId="{DCC95BE3-1BB5-40A9-912F-72DAF470ED6C}" srcOrd="2" destOrd="0" parTransId="{7F7E08E8-6470-4CEA-A0BB-05890B664CE2}" sibTransId="{DB282335-3B7E-428A-88A6-0B531806AC7D}"/>
    <dgm:cxn modelId="{25646A9A-86A4-4DB9-A86F-18B7AA720C12}" type="presOf" srcId="{DCC95BE3-1BB5-40A9-912F-72DAF470ED6C}" destId="{B05854E0-7E5F-432A-B486-5BCB83A275C4}" srcOrd="0" destOrd="0" presId="urn:microsoft.com/office/officeart/2005/8/layout/cycle3"/>
    <dgm:cxn modelId="{1C4707CB-F781-461B-84F1-1D40D7212F06}" srcId="{BD4998C7-6CAC-4DA8-82F0-371208EFC1F2}" destId="{9C242596-D23E-40B8-BA69-D33F354ACB52}" srcOrd="3" destOrd="0" parTransId="{49774851-E3A1-4B21-AFCE-0DAE106447D4}" sibTransId="{C8001D63-1EA4-4B1C-A00C-74BEA2167543}"/>
    <dgm:cxn modelId="{0CA2A1DE-0378-49C2-AA86-85E6FA355D03}" srcId="{BD4998C7-6CAC-4DA8-82F0-371208EFC1F2}" destId="{B418CBF5-E2FF-4F36-9B75-18A1095F24E1}" srcOrd="1" destOrd="0" parTransId="{53B84B08-F89A-4C91-B359-1A89F497F857}" sibTransId="{1A3A1B0B-D517-4387-A7DC-1FAD6B263730}"/>
    <dgm:cxn modelId="{EF6DF1DE-E217-4929-85CD-4AC5CD8332F9}" type="presOf" srcId="{40F89EDA-EF8E-4179-83D8-09F5903D1584}" destId="{2249FEBB-D16C-4CA1-9FBC-CD23660641DC}" srcOrd="0" destOrd="0" presId="urn:microsoft.com/office/officeart/2005/8/layout/cycle3"/>
    <dgm:cxn modelId="{633055E1-14E8-437D-99F1-3DD76027B30E}" srcId="{BD4998C7-6CAC-4DA8-82F0-371208EFC1F2}" destId="{E78A973C-34DF-4E5F-B74E-5B7054B81355}" srcOrd="4" destOrd="0" parTransId="{7AD60A25-D691-4EA4-934D-DE9DF0A8754F}" sibTransId="{62C76C10-5FEB-4046-9420-748C380D1D7E}"/>
    <dgm:cxn modelId="{3C882BE6-0923-4B9E-8906-A512D3D30FD4}" type="presOf" srcId="{9C242596-D23E-40B8-BA69-D33F354ACB52}" destId="{F2C751BD-E6B5-4225-866F-BE54EB800F96}" srcOrd="0" destOrd="0" presId="urn:microsoft.com/office/officeart/2005/8/layout/cycle3"/>
    <dgm:cxn modelId="{8ADA9EEA-512B-4DB1-978C-AFE06A4F7683}" type="presOf" srcId="{BD4998C7-6CAC-4DA8-82F0-371208EFC1F2}" destId="{42BA3967-F814-4C4A-9544-28A44FC6D6B2}" srcOrd="0" destOrd="0" presId="urn:microsoft.com/office/officeart/2005/8/layout/cycle3"/>
    <dgm:cxn modelId="{E1F7AAEB-EF5C-4334-A654-45ACCD94815E}" type="presOf" srcId="{E78A973C-34DF-4E5F-B74E-5B7054B81355}" destId="{B364CE76-1EC8-4693-8550-C3AC32A30EAB}" srcOrd="0" destOrd="0" presId="urn:microsoft.com/office/officeart/2005/8/layout/cycle3"/>
    <dgm:cxn modelId="{98D9FEEF-C94A-414D-9A2E-F0706D322B3D}" type="presOf" srcId="{B309A722-A1AF-4FA9-BD30-C6B8C8395CFD}" destId="{238119AC-A3D1-45D4-81F6-F6E581D449A3}" srcOrd="0" destOrd="0" presId="urn:microsoft.com/office/officeart/2005/8/layout/cycle3"/>
    <dgm:cxn modelId="{AF40A9BB-CB82-4F01-85BA-8C5768AF50F5}" type="presParOf" srcId="{42BA3967-F814-4C4A-9544-28A44FC6D6B2}" destId="{38E7CB81-B2B2-4A10-B7D7-FC459EA2ECD7}" srcOrd="0" destOrd="0" presId="urn:microsoft.com/office/officeart/2005/8/layout/cycle3"/>
    <dgm:cxn modelId="{70864193-DD07-4816-A6A0-626A06E3EB79}" type="presParOf" srcId="{38E7CB81-B2B2-4A10-B7D7-FC459EA2ECD7}" destId="{2249FEBB-D16C-4CA1-9FBC-CD23660641DC}" srcOrd="0" destOrd="0" presId="urn:microsoft.com/office/officeart/2005/8/layout/cycle3"/>
    <dgm:cxn modelId="{3D5CC1AA-3CD4-4303-BD7E-25487A67847D}" type="presParOf" srcId="{38E7CB81-B2B2-4A10-B7D7-FC459EA2ECD7}" destId="{238119AC-A3D1-45D4-81F6-F6E581D449A3}" srcOrd="1" destOrd="0" presId="urn:microsoft.com/office/officeart/2005/8/layout/cycle3"/>
    <dgm:cxn modelId="{D72B69EE-7CF3-4D46-8E23-BDA8835A9942}" type="presParOf" srcId="{38E7CB81-B2B2-4A10-B7D7-FC459EA2ECD7}" destId="{31FF283B-20AB-4413-B30D-5FAC07D9862B}" srcOrd="2" destOrd="0" presId="urn:microsoft.com/office/officeart/2005/8/layout/cycle3"/>
    <dgm:cxn modelId="{C332C45F-0BD9-4818-9B92-FD28C34EC6D3}" type="presParOf" srcId="{38E7CB81-B2B2-4A10-B7D7-FC459EA2ECD7}" destId="{B05854E0-7E5F-432A-B486-5BCB83A275C4}" srcOrd="3" destOrd="0" presId="urn:microsoft.com/office/officeart/2005/8/layout/cycle3"/>
    <dgm:cxn modelId="{CE1E6E01-6D84-4B30-A023-03481E4FDB4B}" type="presParOf" srcId="{38E7CB81-B2B2-4A10-B7D7-FC459EA2ECD7}" destId="{F2C751BD-E6B5-4225-866F-BE54EB800F96}" srcOrd="4" destOrd="0" presId="urn:microsoft.com/office/officeart/2005/8/layout/cycle3"/>
    <dgm:cxn modelId="{A6F9FE9A-5D2D-40C3-9996-FAA575116764}" type="presParOf" srcId="{38E7CB81-B2B2-4A10-B7D7-FC459EA2ECD7}" destId="{B364CE76-1EC8-4693-8550-C3AC32A30EAB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92A19F-3165-4639-AEF3-107DDD0AF18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2894E0-30BE-4AF4-BEFA-E0BEA87C31E0}">
      <dgm:prSet/>
      <dgm:spPr/>
      <dgm:t>
        <a:bodyPr/>
        <a:lstStyle/>
        <a:p>
          <a:r>
            <a:rPr lang="en-US"/>
            <a:t>L’Index, sur </a:t>
          </a:r>
          <a:r>
            <a:rPr lang="en-US" b="1"/>
            <a:t>100 points</a:t>
          </a:r>
          <a:r>
            <a:rPr lang="en-US"/>
            <a:t>, est composé de </a:t>
          </a:r>
          <a:r>
            <a:rPr lang="en-US" b="1"/>
            <a:t>4 à 5 indicateurs</a:t>
          </a:r>
          <a:r>
            <a:rPr lang="en-US"/>
            <a:t> selon que l’entreprise a moins ou plus de 250 salariés :</a:t>
          </a:r>
          <a:br>
            <a:rPr lang="en-US"/>
          </a:br>
          <a:r>
            <a:rPr lang="en-US"/>
            <a:t> </a:t>
          </a:r>
        </a:p>
      </dgm:t>
    </dgm:pt>
    <dgm:pt modelId="{209B462D-48CF-46A9-B914-D075687B5BAB}" type="parTrans" cxnId="{4E8F84BC-CB86-4FD5-839B-2A4B1254A88D}">
      <dgm:prSet/>
      <dgm:spPr/>
      <dgm:t>
        <a:bodyPr/>
        <a:lstStyle/>
        <a:p>
          <a:endParaRPr lang="en-US"/>
        </a:p>
      </dgm:t>
    </dgm:pt>
    <dgm:pt modelId="{1939CE87-BFBF-4E1F-A47A-FF6DA6B862C9}" type="sibTrans" cxnId="{4E8F84BC-CB86-4FD5-839B-2A4B1254A88D}">
      <dgm:prSet/>
      <dgm:spPr/>
      <dgm:t>
        <a:bodyPr/>
        <a:lstStyle/>
        <a:p>
          <a:endParaRPr lang="en-US"/>
        </a:p>
      </dgm:t>
    </dgm:pt>
    <dgm:pt modelId="{DB50845F-6B42-49F8-8114-DCB7A7561E56}">
      <dgm:prSet/>
      <dgm:spPr/>
      <dgm:t>
        <a:bodyPr/>
        <a:lstStyle/>
        <a:p>
          <a:r>
            <a:rPr lang="en-US" dirty="0" err="1"/>
            <a:t>L’écart</a:t>
          </a:r>
          <a:r>
            <a:rPr lang="en-US" dirty="0"/>
            <a:t> de </a:t>
          </a:r>
          <a:r>
            <a:rPr lang="en-US" dirty="0" err="1"/>
            <a:t>rémunération</a:t>
          </a:r>
          <a:r>
            <a:rPr lang="en-US" dirty="0"/>
            <a:t> femmes-hommes</a:t>
          </a:r>
        </a:p>
      </dgm:t>
    </dgm:pt>
    <dgm:pt modelId="{53E1CB67-9623-4E3D-9F51-7FF1040F1169}" type="parTrans" cxnId="{34B08048-B61B-4838-827E-9B793ABACAF7}">
      <dgm:prSet/>
      <dgm:spPr/>
      <dgm:t>
        <a:bodyPr/>
        <a:lstStyle/>
        <a:p>
          <a:endParaRPr lang="en-US"/>
        </a:p>
      </dgm:t>
    </dgm:pt>
    <dgm:pt modelId="{D1FB5B45-EEAD-4201-A775-7E0127B7E90E}" type="sibTrans" cxnId="{34B08048-B61B-4838-827E-9B793ABACAF7}">
      <dgm:prSet/>
      <dgm:spPr/>
      <dgm:t>
        <a:bodyPr/>
        <a:lstStyle/>
        <a:p>
          <a:endParaRPr lang="en-US"/>
        </a:p>
      </dgm:t>
    </dgm:pt>
    <dgm:pt modelId="{0C515860-22C5-4F29-B2BE-3E24DDAE9E9E}">
      <dgm:prSet/>
      <dgm:spPr/>
      <dgm:t>
        <a:bodyPr/>
        <a:lstStyle/>
        <a:p>
          <a:r>
            <a:rPr lang="en-US" dirty="0" err="1"/>
            <a:t>L’écart</a:t>
          </a:r>
          <a:r>
            <a:rPr lang="en-US" dirty="0"/>
            <a:t> de </a:t>
          </a:r>
          <a:r>
            <a:rPr lang="en-US" dirty="0" err="1"/>
            <a:t>répartition</a:t>
          </a:r>
          <a:r>
            <a:rPr lang="en-US" dirty="0"/>
            <a:t> des augmentations </a:t>
          </a:r>
          <a:r>
            <a:rPr lang="en-US" dirty="0" err="1"/>
            <a:t>individuelles</a:t>
          </a:r>
          <a:endParaRPr lang="en-US" dirty="0"/>
        </a:p>
      </dgm:t>
    </dgm:pt>
    <dgm:pt modelId="{ED563E3E-E6C4-4E6A-99B5-AF28A842AB59}" type="parTrans" cxnId="{A310BEE0-3344-4C62-B23C-FA42991A172A}">
      <dgm:prSet/>
      <dgm:spPr/>
      <dgm:t>
        <a:bodyPr/>
        <a:lstStyle/>
        <a:p>
          <a:endParaRPr lang="en-US"/>
        </a:p>
      </dgm:t>
    </dgm:pt>
    <dgm:pt modelId="{17331A91-086C-4826-AC5B-1BEAA3620367}" type="sibTrans" cxnId="{A310BEE0-3344-4C62-B23C-FA42991A172A}">
      <dgm:prSet/>
      <dgm:spPr/>
      <dgm:t>
        <a:bodyPr/>
        <a:lstStyle/>
        <a:p>
          <a:endParaRPr lang="en-US"/>
        </a:p>
      </dgm:t>
    </dgm:pt>
    <dgm:pt modelId="{6EBC8059-C6F9-49E5-8471-4C4AA59C9A46}">
      <dgm:prSet/>
      <dgm:spPr/>
      <dgm:t>
        <a:bodyPr/>
        <a:lstStyle/>
        <a:p>
          <a:r>
            <a:rPr lang="en-US" dirty="0" err="1"/>
            <a:t>L’écart</a:t>
          </a:r>
          <a:r>
            <a:rPr lang="en-US" dirty="0"/>
            <a:t> de </a:t>
          </a:r>
          <a:r>
            <a:rPr lang="en-US" dirty="0" err="1"/>
            <a:t>répartition</a:t>
          </a:r>
          <a:r>
            <a:rPr lang="en-US" dirty="0"/>
            <a:t> des promotions (</a:t>
          </a:r>
          <a:r>
            <a:rPr lang="en-US" dirty="0" err="1"/>
            <a:t>uniquement</a:t>
          </a:r>
          <a:r>
            <a:rPr lang="en-US" dirty="0"/>
            <a:t> dans les </a:t>
          </a:r>
          <a:r>
            <a:rPr lang="en-US" dirty="0" err="1"/>
            <a:t>entreprises</a:t>
          </a:r>
          <a:r>
            <a:rPr lang="en-US" dirty="0"/>
            <a:t> de plus de 250 </a:t>
          </a:r>
          <a:r>
            <a:rPr lang="en-US" dirty="0" err="1"/>
            <a:t>salariés</a:t>
          </a:r>
          <a:r>
            <a:rPr lang="en-US" dirty="0"/>
            <a:t>)</a:t>
          </a:r>
        </a:p>
      </dgm:t>
    </dgm:pt>
    <dgm:pt modelId="{9B850985-D860-48A6-B96C-C50F3E906F20}" type="parTrans" cxnId="{DC7E6495-8B52-48D6-AEFC-F1D0AE11F43A}">
      <dgm:prSet/>
      <dgm:spPr/>
      <dgm:t>
        <a:bodyPr/>
        <a:lstStyle/>
        <a:p>
          <a:endParaRPr lang="en-US"/>
        </a:p>
      </dgm:t>
    </dgm:pt>
    <dgm:pt modelId="{F4FB5EB8-31EB-4BB3-98EA-EB50A82FD839}" type="sibTrans" cxnId="{DC7E6495-8B52-48D6-AEFC-F1D0AE11F43A}">
      <dgm:prSet/>
      <dgm:spPr/>
      <dgm:t>
        <a:bodyPr/>
        <a:lstStyle/>
        <a:p>
          <a:endParaRPr lang="en-US"/>
        </a:p>
      </dgm:t>
    </dgm:pt>
    <dgm:pt modelId="{0ECB3FCA-879A-4A46-958E-0A76DD62B34C}">
      <dgm:prSet/>
      <dgm:spPr/>
      <dgm:t>
        <a:bodyPr/>
        <a:lstStyle/>
        <a:p>
          <a:r>
            <a:rPr lang="en-US" dirty="0"/>
            <a:t>Le </a:t>
          </a:r>
          <a:r>
            <a:rPr lang="en-US" dirty="0" err="1"/>
            <a:t>nombre</a:t>
          </a:r>
          <a:r>
            <a:rPr lang="en-US" dirty="0"/>
            <a:t> de </a:t>
          </a:r>
          <a:r>
            <a:rPr lang="en-US" dirty="0" err="1"/>
            <a:t>salariées</a:t>
          </a:r>
          <a:r>
            <a:rPr lang="en-US" dirty="0"/>
            <a:t> </a:t>
          </a:r>
          <a:r>
            <a:rPr lang="en-US" dirty="0" err="1"/>
            <a:t>augmentées</a:t>
          </a:r>
          <a:r>
            <a:rPr lang="en-US" dirty="0"/>
            <a:t> à </a:t>
          </a:r>
          <a:r>
            <a:rPr lang="en-US" dirty="0" err="1"/>
            <a:t>leur</a:t>
          </a:r>
          <a:r>
            <a:rPr lang="en-US" dirty="0"/>
            <a:t> retour de congé de </a:t>
          </a:r>
          <a:r>
            <a:rPr lang="en-US" dirty="0" err="1"/>
            <a:t>maternité</a:t>
          </a:r>
          <a:endParaRPr lang="en-US" dirty="0"/>
        </a:p>
      </dgm:t>
    </dgm:pt>
    <dgm:pt modelId="{9622BF28-47BB-42FF-83EC-1EECC7DD350E}" type="parTrans" cxnId="{97C4BED2-DAEC-43D7-A8C6-17B2E4AD7872}">
      <dgm:prSet/>
      <dgm:spPr/>
      <dgm:t>
        <a:bodyPr/>
        <a:lstStyle/>
        <a:p>
          <a:endParaRPr lang="en-US"/>
        </a:p>
      </dgm:t>
    </dgm:pt>
    <dgm:pt modelId="{FE9236B3-ECF1-4620-859A-146E6ECB6271}" type="sibTrans" cxnId="{97C4BED2-DAEC-43D7-A8C6-17B2E4AD7872}">
      <dgm:prSet/>
      <dgm:spPr/>
      <dgm:t>
        <a:bodyPr/>
        <a:lstStyle/>
        <a:p>
          <a:endParaRPr lang="en-US"/>
        </a:p>
      </dgm:t>
    </dgm:pt>
    <dgm:pt modelId="{201E539C-5A1F-4616-89D9-4AB998E3A439}">
      <dgm:prSet/>
      <dgm:spPr/>
      <dgm:t>
        <a:bodyPr/>
        <a:lstStyle/>
        <a:p>
          <a:r>
            <a:rPr lang="en-US" dirty="0"/>
            <a:t>La </a:t>
          </a:r>
          <a:r>
            <a:rPr lang="en-US" dirty="0" err="1"/>
            <a:t>parité</a:t>
          </a:r>
          <a:r>
            <a:rPr lang="en-US" dirty="0"/>
            <a:t> </a:t>
          </a:r>
          <a:r>
            <a:rPr lang="en-US" dirty="0" err="1"/>
            <a:t>parmi</a:t>
          </a:r>
          <a:r>
            <a:rPr lang="en-US" dirty="0"/>
            <a:t> les 10 plus </a:t>
          </a:r>
          <a:r>
            <a:rPr lang="en-US" dirty="0" err="1"/>
            <a:t>hautes</a:t>
          </a:r>
          <a:r>
            <a:rPr lang="en-US" dirty="0"/>
            <a:t> </a:t>
          </a:r>
          <a:r>
            <a:rPr lang="en-US" dirty="0" err="1"/>
            <a:t>rémunérations</a:t>
          </a:r>
          <a:endParaRPr lang="en-US" dirty="0"/>
        </a:p>
      </dgm:t>
    </dgm:pt>
    <dgm:pt modelId="{B5C053D4-8229-497B-9B53-8CCCF7B74EF2}" type="parTrans" cxnId="{039F5D88-5C1A-49A6-AFD2-23267706A78F}">
      <dgm:prSet/>
      <dgm:spPr/>
      <dgm:t>
        <a:bodyPr/>
        <a:lstStyle/>
        <a:p>
          <a:endParaRPr lang="en-US"/>
        </a:p>
      </dgm:t>
    </dgm:pt>
    <dgm:pt modelId="{D7DBCA15-4E04-4FD3-A394-3FBD744CCF63}" type="sibTrans" cxnId="{039F5D88-5C1A-49A6-AFD2-23267706A78F}">
      <dgm:prSet/>
      <dgm:spPr/>
      <dgm:t>
        <a:bodyPr/>
        <a:lstStyle/>
        <a:p>
          <a:endParaRPr lang="en-US"/>
        </a:p>
      </dgm:t>
    </dgm:pt>
    <dgm:pt modelId="{3B18C58C-705C-4F02-BF5B-74252E7B2123}" type="pres">
      <dgm:prSet presAssocID="{4092A19F-3165-4639-AEF3-107DDD0AF185}" presName="Name0" presStyleCnt="0">
        <dgm:presLayoutVars>
          <dgm:dir/>
          <dgm:resizeHandles val="exact"/>
        </dgm:presLayoutVars>
      </dgm:prSet>
      <dgm:spPr/>
    </dgm:pt>
    <dgm:pt modelId="{9B439DF7-FF72-4B9F-8C58-21520AFD12EF}" type="pres">
      <dgm:prSet presAssocID="{522894E0-30BE-4AF4-BEFA-E0BEA87C31E0}" presName="node" presStyleLbl="node1" presStyleIdx="0" presStyleCnt="6">
        <dgm:presLayoutVars>
          <dgm:bulletEnabled val="1"/>
        </dgm:presLayoutVars>
      </dgm:prSet>
      <dgm:spPr/>
    </dgm:pt>
    <dgm:pt modelId="{C82A97F6-8B31-45B3-BBBB-89F393DCABBB}" type="pres">
      <dgm:prSet presAssocID="{1939CE87-BFBF-4E1F-A47A-FF6DA6B862C9}" presName="sibTrans" presStyleLbl="sibTrans1D1" presStyleIdx="0" presStyleCnt="5"/>
      <dgm:spPr/>
    </dgm:pt>
    <dgm:pt modelId="{94F59CE4-E5FD-4C3B-B122-44B4B148A245}" type="pres">
      <dgm:prSet presAssocID="{1939CE87-BFBF-4E1F-A47A-FF6DA6B862C9}" presName="connectorText" presStyleLbl="sibTrans1D1" presStyleIdx="0" presStyleCnt="5"/>
      <dgm:spPr/>
    </dgm:pt>
    <dgm:pt modelId="{1B0E39B4-B692-4DF2-AD54-CF5C5B49B595}" type="pres">
      <dgm:prSet presAssocID="{DB50845F-6B42-49F8-8114-DCB7A7561E56}" presName="node" presStyleLbl="node1" presStyleIdx="1" presStyleCnt="6">
        <dgm:presLayoutVars>
          <dgm:bulletEnabled val="1"/>
        </dgm:presLayoutVars>
      </dgm:prSet>
      <dgm:spPr/>
    </dgm:pt>
    <dgm:pt modelId="{AB94826C-EFB4-41B0-87D1-CD59ACFD8C6D}" type="pres">
      <dgm:prSet presAssocID="{D1FB5B45-EEAD-4201-A775-7E0127B7E90E}" presName="sibTrans" presStyleLbl="sibTrans1D1" presStyleIdx="1" presStyleCnt="5"/>
      <dgm:spPr/>
    </dgm:pt>
    <dgm:pt modelId="{DEFA9D65-0C0F-403D-8CE2-3A623D53B388}" type="pres">
      <dgm:prSet presAssocID="{D1FB5B45-EEAD-4201-A775-7E0127B7E90E}" presName="connectorText" presStyleLbl="sibTrans1D1" presStyleIdx="1" presStyleCnt="5"/>
      <dgm:spPr/>
    </dgm:pt>
    <dgm:pt modelId="{6A65F8A0-D622-4783-8D86-1DB58D7BED03}" type="pres">
      <dgm:prSet presAssocID="{0C515860-22C5-4F29-B2BE-3E24DDAE9E9E}" presName="node" presStyleLbl="node1" presStyleIdx="2" presStyleCnt="6">
        <dgm:presLayoutVars>
          <dgm:bulletEnabled val="1"/>
        </dgm:presLayoutVars>
      </dgm:prSet>
      <dgm:spPr/>
    </dgm:pt>
    <dgm:pt modelId="{2DD171D9-657F-44C8-9D2F-94DA4BA3B6AD}" type="pres">
      <dgm:prSet presAssocID="{17331A91-086C-4826-AC5B-1BEAA3620367}" presName="sibTrans" presStyleLbl="sibTrans1D1" presStyleIdx="2" presStyleCnt="5"/>
      <dgm:spPr/>
    </dgm:pt>
    <dgm:pt modelId="{F3BB2B11-57DC-4D2F-9659-5CD4DB755C03}" type="pres">
      <dgm:prSet presAssocID="{17331A91-086C-4826-AC5B-1BEAA3620367}" presName="connectorText" presStyleLbl="sibTrans1D1" presStyleIdx="2" presStyleCnt="5"/>
      <dgm:spPr/>
    </dgm:pt>
    <dgm:pt modelId="{AD569D83-44FA-4054-AC19-9415319004E6}" type="pres">
      <dgm:prSet presAssocID="{6EBC8059-C6F9-49E5-8471-4C4AA59C9A46}" presName="node" presStyleLbl="node1" presStyleIdx="3" presStyleCnt="6">
        <dgm:presLayoutVars>
          <dgm:bulletEnabled val="1"/>
        </dgm:presLayoutVars>
      </dgm:prSet>
      <dgm:spPr/>
    </dgm:pt>
    <dgm:pt modelId="{031F75CE-410C-447C-9290-E3640184F659}" type="pres">
      <dgm:prSet presAssocID="{F4FB5EB8-31EB-4BB3-98EA-EB50A82FD839}" presName="sibTrans" presStyleLbl="sibTrans1D1" presStyleIdx="3" presStyleCnt="5"/>
      <dgm:spPr/>
    </dgm:pt>
    <dgm:pt modelId="{E3BF52D1-A26A-438E-84BF-9562F72DCBF0}" type="pres">
      <dgm:prSet presAssocID="{F4FB5EB8-31EB-4BB3-98EA-EB50A82FD839}" presName="connectorText" presStyleLbl="sibTrans1D1" presStyleIdx="3" presStyleCnt="5"/>
      <dgm:spPr/>
    </dgm:pt>
    <dgm:pt modelId="{F845EFC9-DEC3-49FE-BE40-6160536AF257}" type="pres">
      <dgm:prSet presAssocID="{0ECB3FCA-879A-4A46-958E-0A76DD62B34C}" presName="node" presStyleLbl="node1" presStyleIdx="4" presStyleCnt="6">
        <dgm:presLayoutVars>
          <dgm:bulletEnabled val="1"/>
        </dgm:presLayoutVars>
      </dgm:prSet>
      <dgm:spPr/>
    </dgm:pt>
    <dgm:pt modelId="{651FFA85-4FEE-410A-A903-1560311B97BB}" type="pres">
      <dgm:prSet presAssocID="{FE9236B3-ECF1-4620-859A-146E6ECB6271}" presName="sibTrans" presStyleLbl="sibTrans1D1" presStyleIdx="4" presStyleCnt="5"/>
      <dgm:spPr/>
    </dgm:pt>
    <dgm:pt modelId="{829803CB-02E8-420B-AE15-999B9E44764C}" type="pres">
      <dgm:prSet presAssocID="{FE9236B3-ECF1-4620-859A-146E6ECB6271}" presName="connectorText" presStyleLbl="sibTrans1D1" presStyleIdx="4" presStyleCnt="5"/>
      <dgm:spPr/>
    </dgm:pt>
    <dgm:pt modelId="{A7B2BADE-DB8E-48CE-BA5A-B2A67B7A0562}" type="pres">
      <dgm:prSet presAssocID="{201E539C-5A1F-4616-89D9-4AB998E3A439}" presName="node" presStyleLbl="node1" presStyleIdx="5" presStyleCnt="6">
        <dgm:presLayoutVars>
          <dgm:bulletEnabled val="1"/>
        </dgm:presLayoutVars>
      </dgm:prSet>
      <dgm:spPr/>
    </dgm:pt>
  </dgm:ptLst>
  <dgm:cxnLst>
    <dgm:cxn modelId="{1A6A4F00-6079-49AA-A805-2613015DC04C}" type="presOf" srcId="{DB50845F-6B42-49F8-8114-DCB7A7561E56}" destId="{1B0E39B4-B692-4DF2-AD54-CF5C5B49B595}" srcOrd="0" destOrd="0" presId="urn:microsoft.com/office/officeart/2016/7/layout/RepeatingBendingProcessNew"/>
    <dgm:cxn modelId="{4A1FE708-EBEC-4946-866E-56B2DBB5E994}" type="presOf" srcId="{F4FB5EB8-31EB-4BB3-98EA-EB50A82FD839}" destId="{E3BF52D1-A26A-438E-84BF-9562F72DCBF0}" srcOrd="1" destOrd="0" presId="urn:microsoft.com/office/officeart/2016/7/layout/RepeatingBendingProcessNew"/>
    <dgm:cxn modelId="{6C5FDA0C-CA79-418A-8E28-4EBD4C817C1B}" type="presOf" srcId="{1939CE87-BFBF-4E1F-A47A-FF6DA6B862C9}" destId="{94F59CE4-E5FD-4C3B-B122-44B4B148A245}" srcOrd="1" destOrd="0" presId="urn:microsoft.com/office/officeart/2016/7/layout/RepeatingBendingProcessNew"/>
    <dgm:cxn modelId="{6B185912-42EA-4849-9516-21C0D657351E}" type="presOf" srcId="{FE9236B3-ECF1-4620-859A-146E6ECB6271}" destId="{829803CB-02E8-420B-AE15-999B9E44764C}" srcOrd="1" destOrd="0" presId="urn:microsoft.com/office/officeart/2016/7/layout/RepeatingBendingProcessNew"/>
    <dgm:cxn modelId="{809C2628-207B-4812-8B9C-0E90F2326FE0}" type="presOf" srcId="{6EBC8059-C6F9-49E5-8471-4C4AA59C9A46}" destId="{AD569D83-44FA-4054-AC19-9415319004E6}" srcOrd="0" destOrd="0" presId="urn:microsoft.com/office/officeart/2016/7/layout/RepeatingBendingProcessNew"/>
    <dgm:cxn modelId="{DAD4025C-06EC-4ECD-8D0F-84FE141568A9}" type="presOf" srcId="{D1FB5B45-EEAD-4201-A775-7E0127B7E90E}" destId="{DEFA9D65-0C0F-403D-8CE2-3A623D53B388}" srcOrd="1" destOrd="0" presId="urn:microsoft.com/office/officeart/2016/7/layout/RepeatingBendingProcessNew"/>
    <dgm:cxn modelId="{34B08048-B61B-4838-827E-9B793ABACAF7}" srcId="{4092A19F-3165-4639-AEF3-107DDD0AF185}" destId="{DB50845F-6B42-49F8-8114-DCB7A7561E56}" srcOrd="1" destOrd="0" parTransId="{53E1CB67-9623-4E3D-9F51-7FF1040F1169}" sibTransId="{D1FB5B45-EEAD-4201-A775-7E0127B7E90E}"/>
    <dgm:cxn modelId="{9BD4FF6C-24B0-4435-8555-331AA2200314}" type="presOf" srcId="{D1FB5B45-EEAD-4201-A775-7E0127B7E90E}" destId="{AB94826C-EFB4-41B0-87D1-CD59ACFD8C6D}" srcOrd="0" destOrd="0" presId="urn:microsoft.com/office/officeart/2016/7/layout/RepeatingBendingProcessNew"/>
    <dgm:cxn modelId="{EE211779-46DD-44DB-BA84-4AE44A27384B}" type="presOf" srcId="{0C515860-22C5-4F29-B2BE-3E24DDAE9E9E}" destId="{6A65F8A0-D622-4783-8D86-1DB58D7BED03}" srcOrd="0" destOrd="0" presId="urn:microsoft.com/office/officeart/2016/7/layout/RepeatingBendingProcessNew"/>
    <dgm:cxn modelId="{039F5D88-5C1A-49A6-AFD2-23267706A78F}" srcId="{4092A19F-3165-4639-AEF3-107DDD0AF185}" destId="{201E539C-5A1F-4616-89D9-4AB998E3A439}" srcOrd="5" destOrd="0" parTransId="{B5C053D4-8229-497B-9B53-8CCCF7B74EF2}" sibTransId="{D7DBCA15-4E04-4FD3-A394-3FBD744CCF63}"/>
    <dgm:cxn modelId="{0BB84195-31B9-48E3-AFEC-0976AFD233B2}" type="presOf" srcId="{201E539C-5A1F-4616-89D9-4AB998E3A439}" destId="{A7B2BADE-DB8E-48CE-BA5A-B2A67B7A0562}" srcOrd="0" destOrd="0" presId="urn:microsoft.com/office/officeart/2016/7/layout/RepeatingBendingProcessNew"/>
    <dgm:cxn modelId="{DC7E6495-8B52-48D6-AEFC-F1D0AE11F43A}" srcId="{4092A19F-3165-4639-AEF3-107DDD0AF185}" destId="{6EBC8059-C6F9-49E5-8471-4C4AA59C9A46}" srcOrd="3" destOrd="0" parTransId="{9B850985-D860-48A6-B96C-C50F3E906F20}" sibTransId="{F4FB5EB8-31EB-4BB3-98EA-EB50A82FD839}"/>
    <dgm:cxn modelId="{7E8323AC-7F0E-4844-B4F6-43758D2B1AFE}" type="presOf" srcId="{17331A91-086C-4826-AC5B-1BEAA3620367}" destId="{2DD171D9-657F-44C8-9D2F-94DA4BA3B6AD}" srcOrd="0" destOrd="0" presId="urn:microsoft.com/office/officeart/2016/7/layout/RepeatingBendingProcessNew"/>
    <dgm:cxn modelId="{E5101EB0-9219-440A-9163-81414F713DE1}" type="presOf" srcId="{1939CE87-BFBF-4E1F-A47A-FF6DA6B862C9}" destId="{C82A97F6-8B31-45B3-BBBB-89F393DCABBB}" srcOrd="0" destOrd="0" presId="urn:microsoft.com/office/officeart/2016/7/layout/RepeatingBendingProcessNew"/>
    <dgm:cxn modelId="{4E8F84BC-CB86-4FD5-839B-2A4B1254A88D}" srcId="{4092A19F-3165-4639-AEF3-107DDD0AF185}" destId="{522894E0-30BE-4AF4-BEFA-E0BEA87C31E0}" srcOrd="0" destOrd="0" parTransId="{209B462D-48CF-46A9-B914-D075687B5BAB}" sibTransId="{1939CE87-BFBF-4E1F-A47A-FF6DA6B862C9}"/>
    <dgm:cxn modelId="{E69C4ABF-7B89-4B55-81AF-240F1CF41ACC}" type="presOf" srcId="{4092A19F-3165-4639-AEF3-107DDD0AF185}" destId="{3B18C58C-705C-4F02-BF5B-74252E7B2123}" srcOrd="0" destOrd="0" presId="urn:microsoft.com/office/officeart/2016/7/layout/RepeatingBendingProcessNew"/>
    <dgm:cxn modelId="{54C3AFD0-829F-4427-9892-BFF303C8E955}" type="presOf" srcId="{FE9236B3-ECF1-4620-859A-146E6ECB6271}" destId="{651FFA85-4FEE-410A-A903-1560311B97BB}" srcOrd="0" destOrd="0" presId="urn:microsoft.com/office/officeart/2016/7/layout/RepeatingBendingProcessNew"/>
    <dgm:cxn modelId="{97C4BED2-DAEC-43D7-A8C6-17B2E4AD7872}" srcId="{4092A19F-3165-4639-AEF3-107DDD0AF185}" destId="{0ECB3FCA-879A-4A46-958E-0A76DD62B34C}" srcOrd="4" destOrd="0" parTransId="{9622BF28-47BB-42FF-83EC-1EECC7DD350E}" sibTransId="{FE9236B3-ECF1-4620-859A-146E6ECB6271}"/>
    <dgm:cxn modelId="{0C5024D6-A136-4135-9E8F-9DAC05A7A959}" type="presOf" srcId="{522894E0-30BE-4AF4-BEFA-E0BEA87C31E0}" destId="{9B439DF7-FF72-4B9F-8C58-21520AFD12EF}" srcOrd="0" destOrd="0" presId="urn:microsoft.com/office/officeart/2016/7/layout/RepeatingBendingProcessNew"/>
    <dgm:cxn modelId="{CA1991D9-45A1-4C68-9B32-0770015C83E7}" type="presOf" srcId="{F4FB5EB8-31EB-4BB3-98EA-EB50A82FD839}" destId="{031F75CE-410C-447C-9290-E3640184F659}" srcOrd="0" destOrd="0" presId="urn:microsoft.com/office/officeart/2016/7/layout/RepeatingBendingProcessNew"/>
    <dgm:cxn modelId="{E60362DA-50C8-4ED8-BD53-7A2D19AA818D}" type="presOf" srcId="{17331A91-086C-4826-AC5B-1BEAA3620367}" destId="{F3BB2B11-57DC-4D2F-9659-5CD4DB755C03}" srcOrd="1" destOrd="0" presId="urn:microsoft.com/office/officeart/2016/7/layout/RepeatingBendingProcessNew"/>
    <dgm:cxn modelId="{A310BEE0-3344-4C62-B23C-FA42991A172A}" srcId="{4092A19F-3165-4639-AEF3-107DDD0AF185}" destId="{0C515860-22C5-4F29-B2BE-3E24DDAE9E9E}" srcOrd="2" destOrd="0" parTransId="{ED563E3E-E6C4-4E6A-99B5-AF28A842AB59}" sibTransId="{17331A91-086C-4826-AC5B-1BEAA3620367}"/>
    <dgm:cxn modelId="{5135C6E5-9406-48EB-8E52-FE0B64C79729}" type="presOf" srcId="{0ECB3FCA-879A-4A46-958E-0A76DD62B34C}" destId="{F845EFC9-DEC3-49FE-BE40-6160536AF257}" srcOrd="0" destOrd="0" presId="urn:microsoft.com/office/officeart/2016/7/layout/RepeatingBendingProcessNew"/>
    <dgm:cxn modelId="{B122BFA3-1A0D-4BDE-A64D-862F7089DD34}" type="presParOf" srcId="{3B18C58C-705C-4F02-BF5B-74252E7B2123}" destId="{9B439DF7-FF72-4B9F-8C58-21520AFD12EF}" srcOrd="0" destOrd="0" presId="urn:microsoft.com/office/officeart/2016/7/layout/RepeatingBendingProcessNew"/>
    <dgm:cxn modelId="{F5F4F31C-2BA6-453D-BAD6-83CF08CD7A57}" type="presParOf" srcId="{3B18C58C-705C-4F02-BF5B-74252E7B2123}" destId="{C82A97F6-8B31-45B3-BBBB-89F393DCABBB}" srcOrd="1" destOrd="0" presId="urn:microsoft.com/office/officeart/2016/7/layout/RepeatingBendingProcessNew"/>
    <dgm:cxn modelId="{88976F23-E45D-4ABB-BE52-3C720308804C}" type="presParOf" srcId="{C82A97F6-8B31-45B3-BBBB-89F393DCABBB}" destId="{94F59CE4-E5FD-4C3B-B122-44B4B148A245}" srcOrd="0" destOrd="0" presId="urn:microsoft.com/office/officeart/2016/7/layout/RepeatingBendingProcessNew"/>
    <dgm:cxn modelId="{C9C57F7B-D4C0-45A1-B54F-3F75D0F3A5DE}" type="presParOf" srcId="{3B18C58C-705C-4F02-BF5B-74252E7B2123}" destId="{1B0E39B4-B692-4DF2-AD54-CF5C5B49B595}" srcOrd="2" destOrd="0" presId="urn:microsoft.com/office/officeart/2016/7/layout/RepeatingBendingProcessNew"/>
    <dgm:cxn modelId="{884C25DE-1F3C-4F00-9B47-BE96A356FDB8}" type="presParOf" srcId="{3B18C58C-705C-4F02-BF5B-74252E7B2123}" destId="{AB94826C-EFB4-41B0-87D1-CD59ACFD8C6D}" srcOrd="3" destOrd="0" presId="urn:microsoft.com/office/officeart/2016/7/layout/RepeatingBendingProcessNew"/>
    <dgm:cxn modelId="{8A84BCF5-D146-4582-9C7D-4211A2E3D108}" type="presParOf" srcId="{AB94826C-EFB4-41B0-87D1-CD59ACFD8C6D}" destId="{DEFA9D65-0C0F-403D-8CE2-3A623D53B388}" srcOrd="0" destOrd="0" presId="urn:microsoft.com/office/officeart/2016/7/layout/RepeatingBendingProcessNew"/>
    <dgm:cxn modelId="{5F335435-75C7-4F1B-98C7-97A5EA5FDA41}" type="presParOf" srcId="{3B18C58C-705C-4F02-BF5B-74252E7B2123}" destId="{6A65F8A0-D622-4783-8D86-1DB58D7BED03}" srcOrd="4" destOrd="0" presId="urn:microsoft.com/office/officeart/2016/7/layout/RepeatingBendingProcessNew"/>
    <dgm:cxn modelId="{BC3A7C76-52A6-4B12-9125-4DC2D56710B0}" type="presParOf" srcId="{3B18C58C-705C-4F02-BF5B-74252E7B2123}" destId="{2DD171D9-657F-44C8-9D2F-94DA4BA3B6AD}" srcOrd="5" destOrd="0" presId="urn:microsoft.com/office/officeart/2016/7/layout/RepeatingBendingProcessNew"/>
    <dgm:cxn modelId="{FF756902-A1FE-4207-A479-A41244702F3A}" type="presParOf" srcId="{2DD171D9-657F-44C8-9D2F-94DA4BA3B6AD}" destId="{F3BB2B11-57DC-4D2F-9659-5CD4DB755C03}" srcOrd="0" destOrd="0" presId="urn:microsoft.com/office/officeart/2016/7/layout/RepeatingBendingProcessNew"/>
    <dgm:cxn modelId="{C2399E02-C566-4CAE-AC52-1BA65AD12E33}" type="presParOf" srcId="{3B18C58C-705C-4F02-BF5B-74252E7B2123}" destId="{AD569D83-44FA-4054-AC19-9415319004E6}" srcOrd="6" destOrd="0" presId="urn:microsoft.com/office/officeart/2016/7/layout/RepeatingBendingProcessNew"/>
    <dgm:cxn modelId="{6E8A17DC-3E5F-49B3-B594-DBD7FB1E155F}" type="presParOf" srcId="{3B18C58C-705C-4F02-BF5B-74252E7B2123}" destId="{031F75CE-410C-447C-9290-E3640184F659}" srcOrd="7" destOrd="0" presId="urn:microsoft.com/office/officeart/2016/7/layout/RepeatingBendingProcessNew"/>
    <dgm:cxn modelId="{58EB3151-6B1D-476D-B699-32B311080230}" type="presParOf" srcId="{031F75CE-410C-447C-9290-E3640184F659}" destId="{E3BF52D1-A26A-438E-84BF-9562F72DCBF0}" srcOrd="0" destOrd="0" presId="urn:microsoft.com/office/officeart/2016/7/layout/RepeatingBendingProcessNew"/>
    <dgm:cxn modelId="{E694BC84-93EB-4B42-ADDE-C919B82AD60E}" type="presParOf" srcId="{3B18C58C-705C-4F02-BF5B-74252E7B2123}" destId="{F845EFC9-DEC3-49FE-BE40-6160536AF257}" srcOrd="8" destOrd="0" presId="urn:microsoft.com/office/officeart/2016/7/layout/RepeatingBendingProcessNew"/>
    <dgm:cxn modelId="{C77ADFAC-F2B7-4F83-9136-F7AE07C7133B}" type="presParOf" srcId="{3B18C58C-705C-4F02-BF5B-74252E7B2123}" destId="{651FFA85-4FEE-410A-A903-1560311B97BB}" srcOrd="9" destOrd="0" presId="urn:microsoft.com/office/officeart/2016/7/layout/RepeatingBendingProcessNew"/>
    <dgm:cxn modelId="{8800EF03-3607-4895-9871-AA972CF971D2}" type="presParOf" srcId="{651FFA85-4FEE-410A-A903-1560311B97BB}" destId="{829803CB-02E8-420B-AE15-999B9E44764C}" srcOrd="0" destOrd="0" presId="urn:microsoft.com/office/officeart/2016/7/layout/RepeatingBendingProcessNew"/>
    <dgm:cxn modelId="{92A57D78-EA54-4D12-8BA0-5D3A17133DB4}" type="presParOf" srcId="{3B18C58C-705C-4F02-BF5B-74252E7B2123}" destId="{A7B2BADE-DB8E-48CE-BA5A-B2A67B7A056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67D372-960A-4CC1-84C8-E51884A19EF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55A903-0E39-430B-BCAD-124A012DE46F}">
      <dgm:prSet/>
      <dgm:spPr/>
      <dgm:t>
        <a:bodyPr/>
        <a:lstStyle/>
        <a:p>
          <a:r>
            <a:rPr lang="en-US" b="1"/>
            <a:t>Pour obligation les entreprises doivent respecter les objectifs chaque année:</a:t>
          </a:r>
          <a:endParaRPr lang="en-US"/>
        </a:p>
      </dgm:t>
    </dgm:pt>
    <dgm:pt modelId="{F86AA810-F84F-4214-9651-0369D934D019}" type="parTrans" cxnId="{FFC79B59-0DC3-42EE-9713-3008974E4776}">
      <dgm:prSet/>
      <dgm:spPr/>
      <dgm:t>
        <a:bodyPr/>
        <a:lstStyle/>
        <a:p>
          <a:endParaRPr lang="en-US"/>
        </a:p>
      </dgm:t>
    </dgm:pt>
    <dgm:pt modelId="{8A8CE16B-DDC3-4DAB-ABD0-AA080B24F6FF}" type="sibTrans" cxnId="{FFC79B59-0DC3-42EE-9713-3008974E4776}">
      <dgm:prSet/>
      <dgm:spPr/>
      <dgm:t>
        <a:bodyPr/>
        <a:lstStyle/>
        <a:p>
          <a:endParaRPr lang="en-US"/>
        </a:p>
      </dgm:t>
    </dgm:pt>
    <dgm:pt modelId="{3D6ACAFF-6E9A-4643-A420-C25E08AE8E90}">
      <dgm:prSet/>
      <dgm:spPr/>
      <dgm:t>
        <a:bodyPr/>
        <a:lstStyle/>
        <a:p>
          <a:r>
            <a:rPr lang="en-US"/>
            <a:t>En cas d’Index inférieur à 85 points, les entreprises doivent fixer et publier des objectifs de progression de chacun des indicateurs.</a:t>
          </a:r>
        </a:p>
      </dgm:t>
    </dgm:pt>
    <dgm:pt modelId="{27228AFF-29A4-4A1C-803A-98E03771DCF8}" type="parTrans" cxnId="{452C18B0-145F-4530-85FF-AD41F4BB74C6}">
      <dgm:prSet/>
      <dgm:spPr/>
      <dgm:t>
        <a:bodyPr/>
        <a:lstStyle/>
        <a:p>
          <a:endParaRPr lang="en-US"/>
        </a:p>
      </dgm:t>
    </dgm:pt>
    <dgm:pt modelId="{5F5C19EB-5ACE-4434-8F42-A437749DC99D}" type="sibTrans" cxnId="{452C18B0-145F-4530-85FF-AD41F4BB74C6}">
      <dgm:prSet/>
      <dgm:spPr/>
      <dgm:t>
        <a:bodyPr/>
        <a:lstStyle/>
        <a:p>
          <a:endParaRPr lang="en-US"/>
        </a:p>
      </dgm:t>
    </dgm:pt>
    <dgm:pt modelId="{E01952D9-7D92-4E57-9AF8-44FFF24B0E3F}">
      <dgm:prSet/>
      <dgm:spPr/>
      <dgm:t>
        <a:bodyPr/>
        <a:lstStyle/>
        <a:p>
          <a:r>
            <a:rPr lang="en-US"/>
            <a:t>En cas d’Index inférieur à 75 points, les entreprises doivent publier leurs mesures de correction et de rattrapage.</a:t>
          </a:r>
        </a:p>
      </dgm:t>
    </dgm:pt>
    <dgm:pt modelId="{BB68844F-1CD7-42B7-A591-04A1FC3ABFD4}" type="parTrans" cxnId="{1B6D0899-3B15-4271-B387-78C5EE4E6BC0}">
      <dgm:prSet/>
      <dgm:spPr/>
      <dgm:t>
        <a:bodyPr/>
        <a:lstStyle/>
        <a:p>
          <a:endParaRPr lang="en-US"/>
        </a:p>
      </dgm:t>
    </dgm:pt>
    <dgm:pt modelId="{E1EBA01E-2F8F-4B3F-9A08-E37C3FBB24B9}" type="sibTrans" cxnId="{1B6D0899-3B15-4271-B387-78C5EE4E6BC0}">
      <dgm:prSet/>
      <dgm:spPr/>
      <dgm:t>
        <a:bodyPr/>
        <a:lstStyle/>
        <a:p>
          <a:endParaRPr lang="en-US"/>
        </a:p>
      </dgm:t>
    </dgm:pt>
    <dgm:pt modelId="{FB9019DB-CE26-4CA5-B85A-52C3AFF5E576}">
      <dgm:prSet/>
      <dgm:spPr/>
      <dgm:t>
        <a:bodyPr/>
        <a:lstStyle/>
        <a:p>
          <a:r>
            <a:rPr lang="en-US"/>
            <a:t>Si l’index est supérieur à 85, l’entreprise respecte l’égalité homme femme</a:t>
          </a:r>
        </a:p>
      </dgm:t>
    </dgm:pt>
    <dgm:pt modelId="{D8CA8459-64BE-4B9A-A4AA-989A37EA504B}" type="parTrans" cxnId="{5B18D60E-18A2-4EF6-908C-1406CF71738D}">
      <dgm:prSet/>
      <dgm:spPr/>
      <dgm:t>
        <a:bodyPr/>
        <a:lstStyle/>
        <a:p>
          <a:endParaRPr lang="en-US"/>
        </a:p>
      </dgm:t>
    </dgm:pt>
    <dgm:pt modelId="{73BAB4C7-2691-43E5-8048-8610F2B0DB2F}" type="sibTrans" cxnId="{5B18D60E-18A2-4EF6-908C-1406CF71738D}">
      <dgm:prSet/>
      <dgm:spPr/>
      <dgm:t>
        <a:bodyPr/>
        <a:lstStyle/>
        <a:p>
          <a:endParaRPr lang="en-US"/>
        </a:p>
      </dgm:t>
    </dgm:pt>
    <dgm:pt modelId="{BB9A6123-E67E-42BD-BB50-B491C089C6C0}" type="pres">
      <dgm:prSet presAssocID="{0A67D372-960A-4CC1-84C8-E51884A19EF3}" presName="outerComposite" presStyleCnt="0">
        <dgm:presLayoutVars>
          <dgm:chMax val="5"/>
          <dgm:dir/>
          <dgm:resizeHandles val="exact"/>
        </dgm:presLayoutVars>
      </dgm:prSet>
      <dgm:spPr/>
    </dgm:pt>
    <dgm:pt modelId="{9D50C6CE-623C-4F64-BF82-7E7AB7D7B257}" type="pres">
      <dgm:prSet presAssocID="{0A67D372-960A-4CC1-84C8-E51884A19EF3}" presName="dummyMaxCanvas" presStyleCnt="0">
        <dgm:presLayoutVars/>
      </dgm:prSet>
      <dgm:spPr/>
    </dgm:pt>
    <dgm:pt modelId="{307294CF-D6B3-48CD-9D60-9706AA65BEE0}" type="pres">
      <dgm:prSet presAssocID="{0A67D372-960A-4CC1-84C8-E51884A19EF3}" presName="FourNodes_1" presStyleLbl="node1" presStyleIdx="0" presStyleCnt="4">
        <dgm:presLayoutVars>
          <dgm:bulletEnabled val="1"/>
        </dgm:presLayoutVars>
      </dgm:prSet>
      <dgm:spPr/>
    </dgm:pt>
    <dgm:pt modelId="{6E7C22F3-56CD-4BBE-99E8-31BAB44AB3B5}" type="pres">
      <dgm:prSet presAssocID="{0A67D372-960A-4CC1-84C8-E51884A19EF3}" presName="FourNodes_2" presStyleLbl="node1" presStyleIdx="1" presStyleCnt="4">
        <dgm:presLayoutVars>
          <dgm:bulletEnabled val="1"/>
        </dgm:presLayoutVars>
      </dgm:prSet>
      <dgm:spPr/>
    </dgm:pt>
    <dgm:pt modelId="{8A1BF866-D20B-4DE4-8186-963D38F345F2}" type="pres">
      <dgm:prSet presAssocID="{0A67D372-960A-4CC1-84C8-E51884A19EF3}" presName="FourNodes_3" presStyleLbl="node1" presStyleIdx="2" presStyleCnt="4">
        <dgm:presLayoutVars>
          <dgm:bulletEnabled val="1"/>
        </dgm:presLayoutVars>
      </dgm:prSet>
      <dgm:spPr/>
    </dgm:pt>
    <dgm:pt modelId="{F96E4999-C830-4344-B93F-B354DF86A711}" type="pres">
      <dgm:prSet presAssocID="{0A67D372-960A-4CC1-84C8-E51884A19EF3}" presName="FourNodes_4" presStyleLbl="node1" presStyleIdx="3" presStyleCnt="4">
        <dgm:presLayoutVars>
          <dgm:bulletEnabled val="1"/>
        </dgm:presLayoutVars>
      </dgm:prSet>
      <dgm:spPr/>
    </dgm:pt>
    <dgm:pt modelId="{2EC7E77A-998A-4DC2-A30C-CF273D8B31AF}" type="pres">
      <dgm:prSet presAssocID="{0A67D372-960A-4CC1-84C8-E51884A19EF3}" presName="FourConn_1-2" presStyleLbl="fgAccFollowNode1" presStyleIdx="0" presStyleCnt="3">
        <dgm:presLayoutVars>
          <dgm:bulletEnabled val="1"/>
        </dgm:presLayoutVars>
      </dgm:prSet>
      <dgm:spPr/>
    </dgm:pt>
    <dgm:pt modelId="{3060D5D4-01A2-484D-992F-F8C21F4C49A0}" type="pres">
      <dgm:prSet presAssocID="{0A67D372-960A-4CC1-84C8-E51884A19EF3}" presName="FourConn_2-3" presStyleLbl="fgAccFollowNode1" presStyleIdx="1" presStyleCnt="3">
        <dgm:presLayoutVars>
          <dgm:bulletEnabled val="1"/>
        </dgm:presLayoutVars>
      </dgm:prSet>
      <dgm:spPr/>
    </dgm:pt>
    <dgm:pt modelId="{1F8A9031-E8CB-4FAB-92B6-E916FFD878E5}" type="pres">
      <dgm:prSet presAssocID="{0A67D372-960A-4CC1-84C8-E51884A19EF3}" presName="FourConn_3-4" presStyleLbl="fgAccFollowNode1" presStyleIdx="2" presStyleCnt="3">
        <dgm:presLayoutVars>
          <dgm:bulletEnabled val="1"/>
        </dgm:presLayoutVars>
      </dgm:prSet>
      <dgm:spPr/>
    </dgm:pt>
    <dgm:pt modelId="{14FDD7BE-4792-40A9-A4DE-8A6821BC7E16}" type="pres">
      <dgm:prSet presAssocID="{0A67D372-960A-4CC1-84C8-E51884A19EF3}" presName="FourNodes_1_text" presStyleLbl="node1" presStyleIdx="3" presStyleCnt="4">
        <dgm:presLayoutVars>
          <dgm:bulletEnabled val="1"/>
        </dgm:presLayoutVars>
      </dgm:prSet>
      <dgm:spPr/>
    </dgm:pt>
    <dgm:pt modelId="{6213EB5C-5B89-46CB-BAAB-1581485FABD8}" type="pres">
      <dgm:prSet presAssocID="{0A67D372-960A-4CC1-84C8-E51884A19EF3}" presName="FourNodes_2_text" presStyleLbl="node1" presStyleIdx="3" presStyleCnt="4">
        <dgm:presLayoutVars>
          <dgm:bulletEnabled val="1"/>
        </dgm:presLayoutVars>
      </dgm:prSet>
      <dgm:spPr/>
    </dgm:pt>
    <dgm:pt modelId="{EB3DEB37-2AF2-44D3-9120-2F1686B0FFEB}" type="pres">
      <dgm:prSet presAssocID="{0A67D372-960A-4CC1-84C8-E51884A19EF3}" presName="FourNodes_3_text" presStyleLbl="node1" presStyleIdx="3" presStyleCnt="4">
        <dgm:presLayoutVars>
          <dgm:bulletEnabled val="1"/>
        </dgm:presLayoutVars>
      </dgm:prSet>
      <dgm:spPr/>
    </dgm:pt>
    <dgm:pt modelId="{0776B8E2-0D5E-457C-BDF4-0464CDA6DEF6}" type="pres">
      <dgm:prSet presAssocID="{0A67D372-960A-4CC1-84C8-E51884A19EF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E5A1003-9A7C-47BE-B820-D594513B8A65}" type="presOf" srcId="{FB9019DB-CE26-4CA5-B85A-52C3AFF5E576}" destId="{0776B8E2-0D5E-457C-BDF4-0464CDA6DEF6}" srcOrd="1" destOrd="0" presId="urn:microsoft.com/office/officeart/2005/8/layout/vProcess5"/>
    <dgm:cxn modelId="{EACA3806-C4C7-43BA-A2D4-0D97A388229D}" type="presOf" srcId="{E1EBA01E-2F8F-4B3F-9A08-E37C3FBB24B9}" destId="{1F8A9031-E8CB-4FAB-92B6-E916FFD878E5}" srcOrd="0" destOrd="0" presId="urn:microsoft.com/office/officeart/2005/8/layout/vProcess5"/>
    <dgm:cxn modelId="{0A6FD809-FA49-47B4-A0D6-4D7CEEFB037F}" type="presOf" srcId="{5B55A903-0E39-430B-BCAD-124A012DE46F}" destId="{14FDD7BE-4792-40A9-A4DE-8A6821BC7E16}" srcOrd="1" destOrd="0" presId="urn:microsoft.com/office/officeart/2005/8/layout/vProcess5"/>
    <dgm:cxn modelId="{3F435E0A-8D6E-402E-904E-5772768CBB11}" type="presOf" srcId="{0A67D372-960A-4CC1-84C8-E51884A19EF3}" destId="{BB9A6123-E67E-42BD-BB50-B491C089C6C0}" srcOrd="0" destOrd="0" presId="urn:microsoft.com/office/officeart/2005/8/layout/vProcess5"/>
    <dgm:cxn modelId="{5B18D60E-18A2-4EF6-908C-1406CF71738D}" srcId="{0A67D372-960A-4CC1-84C8-E51884A19EF3}" destId="{FB9019DB-CE26-4CA5-B85A-52C3AFF5E576}" srcOrd="3" destOrd="0" parTransId="{D8CA8459-64BE-4B9A-A4AA-989A37EA504B}" sibTransId="{73BAB4C7-2691-43E5-8048-8610F2B0DB2F}"/>
    <dgm:cxn modelId="{FE08852F-CDFD-48D9-9BF5-587B9D28FDB7}" type="presOf" srcId="{3D6ACAFF-6E9A-4643-A420-C25E08AE8E90}" destId="{6213EB5C-5B89-46CB-BAAB-1581485FABD8}" srcOrd="1" destOrd="0" presId="urn:microsoft.com/office/officeart/2005/8/layout/vProcess5"/>
    <dgm:cxn modelId="{29B7964A-F997-4D62-A594-A56BED3763B1}" type="presOf" srcId="{8A8CE16B-DDC3-4DAB-ABD0-AA080B24F6FF}" destId="{2EC7E77A-998A-4DC2-A30C-CF273D8B31AF}" srcOrd="0" destOrd="0" presId="urn:microsoft.com/office/officeart/2005/8/layout/vProcess5"/>
    <dgm:cxn modelId="{F282F376-D450-416C-AA4F-C92BF41B7E96}" type="presOf" srcId="{E01952D9-7D92-4E57-9AF8-44FFF24B0E3F}" destId="{EB3DEB37-2AF2-44D3-9120-2F1686B0FFEB}" srcOrd="1" destOrd="0" presId="urn:microsoft.com/office/officeart/2005/8/layout/vProcess5"/>
    <dgm:cxn modelId="{FFC79B59-0DC3-42EE-9713-3008974E4776}" srcId="{0A67D372-960A-4CC1-84C8-E51884A19EF3}" destId="{5B55A903-0E39-430B-BCAD-124A012DE46F}" srcOrd="0" destOrd="0" parTransId="{F86AA810-F84F-4214-9651-0369D934D019}" sibTransId="{8A8CE16B-DDC3-4DAB-ABD0-AA080B24F6FF}"/>
    <dgm:cxn modelId="{1B6D0899-3B15-4271-B387-78C5EE4E6BC0}" srcId="{0A67D372-960A-4CC1-84C8-E51884A19EF3}" destId="{E01952D9-7D92-4E57-9AF8-44FFF24B0E3F}" srcOrd="2" destOrd="0" parTransId="{BB68844F-1CD7-42B7-A591-04A1FC3ABFD4}" sibTransId="{E1EBA01E-2F8F-4B3F-9A08-E37C3FBB24B9}"/>
    <dgm:cxn modelId="{09E69799-1DBE-4D56-AAB0-95F3DB2F7EC3}" type="presOf" srcId="{E01952D9-7D92-4E57-9AF8-44FFF24B0E3F}" destId="{8A1BF866-D20B-4DE4-8186-963D38F345F2}" srcOrd="0" destOrd="0" presId="urn:microsoft.com/office/officeart/2005/8/layout/vProcess5"/>
    <dgm:cxn modelId="{EBB782AE-49D6-4143-8BA5-8992B6AED2E6}" type="presOf" srcId="{5F5C19EB-5ACE-4434-8F42-A437749DC99D}" destId="{3060D5D4-01A2-484D-992F-F8C21F4C49A0}" srcOrd="0" destOrd="0" presId="urn:microsoft.com/office/officeart/2005/8/layout/vProcess5"/>
    <dgm:cxn modelId="{452C18B0-145F-4530-85FF-AD41F4BB74C6}" srcId="{0A67D372-960A-4CC1-84C8-E51884A19EF3}" destId="{3D6ACAFF-6E9A-4643-A420-C25E08AE8E90}" srcOrd="1" destOrd="0" parTransId="{27228AFF-29A4-4A1C-803A-98E03771DCF8}" sibTransId="{5F5C19EB-5ACE-4434-8F42-A437749DC99D}"/>
    <dgm:cxn modelId="{A79246BD-DE0B-4B08-9ADE-BBE7B93E89C6}" type="presOf" srcId="{5B55A903-0E39-430B-BCAD-124A012DE46F}" destId="{307294CF-D6B3-48CD-9D60-9706AA65BEE0}" srcOrd="0" destOrd="0" presId="urn:microsoft.com/office/officeart/2005/8/layout/vProcess5"/>
    <dgm:cxn modelId="{8F1AF3CB-0D7B-49F8-B930-8CFA28DDEE58}" type="presOf" srcId="{FB9019DB-CE26-4CA5-B85A-52C3AFF5E576}" destId="{F96E4999-C830-4344-B93F-B354DF86A711}" srcOrd="0" destOrd="0" presId="urn:microsoft.com/office/officeart/2005/8/layout/vProcess5"/>
    <dgm:cxn modelId="{1AD83BF5-5F5F-4AD7-9D8B-DC3CF2F79E8B}" type="presOf" srcId="{3D6ACAFF-6E9A-4643-A420-C25E08AE8E90}" destId="{6E7C22F3-56CD-4BBE-99E8-31BAB44AB3B5}" srcOrd="0" destOrd="0" presId="urn:microsoft.com/office/officeart/2005/8/layout/vProcess5"/>
    <dgm:cxn modelId="{8C2DD69F-5431-4B92-B99E-6F3EB8AD99BC}" type="presParOf" srcId="{BB9A6123-E67E-42BD-BB50-B491C089C6C0}" destId="{9D50C6CE-623C-4F64-BF82-7E7AB7D7B257}" srcOrd="0" destOrd="0" presId="urn:microsoft.com/office/officeart/2005/8/layout/vProcess5"/>
    <dgm:cxn modelId="{C032C603-A984-45FD-90C6-5218CC002359}" type="presParOf" srcId="{BB9A6123-E67E-42BD-BB50-B491C089C6C0}" destId="{307294CF-D6B3-48CD-9D60-9706AA65BEE0}" srcOrd="1" destOrd="0" presId="urn:microsoft.com/office/officeart/2005/8/layout/vProcess5"/>
    <dgm:cxn modelId="{5EB09D96-CA1A-4F23-A60B-4AFBFD2EA099}" type="presParOf" srcId="{BB9A6123-E67E-42BD-BB50-B491C089C6C0}" destId="{6E7C22F3-56CD-4BBE-99E8-31BAB44AB3B5}" srcOrd="2" destOrd="0" presId="urn:microsoft.com/office/officeart/2005/8/layout/vProcess5"/>
    <dgm:cxn modelId="{991E408F-7164-435F-817C-8D59A12A789D}" type="presParOf" srcId="{BB9A6123-E67E-42BD-BB50-B491C089C6C0}" destId="{8A1BF866-D20B-4DE4-8186-963D38F345F2}" srcOrd="3" destOrd="0" presId="urn:microsoft.com/office/officeart/2005/8/layout/vProcess5"/>
    <dgm:cxn modelId="{01CFFB14-853D-4F5F-A345-7519FE6E447C}" type="presParOf" srcId="{BB9A6123-E67E-42BD-BB50-B491C089C6C0}" destId="{F96E4999-C830-4344-B93F-B354DF86A711}" srcOrd="4" destOrd="0" presId="urn:microsoft.com/office/officeart/2005/8/layout/vProcess5"/>
    <dgm:cxn modelId="{B7015205-2AAE-4354-92B7-3CA2FA80307C}" type="presParOf" srcId="{BB9A6123-E67E-42BD-BB50-B491C089C6C0}" destId="{2EC7E77A-998A-4DC2-A30C-CF273D8B31AF}" srcOrd="5" destOrd="0" presId="urn:microsoft.com/office/officeart/2005/8/layout/vProcess5"/>
    <dgm:cxn modelId="{23945CBA-3B0D-4902-BC50-B4F55B385B38}" type="presParOf" srcId="{BB9A6123-E67E-42BD-BB50-B491C089C6C0}" destId="{3060D5D4-01A2-484D-992F-F8C21F4C49A0}" srcOrd="6" destOrd="0" presId="urn:microsoft.com/office/officeart/2005/8/layout/vProcess5"/>
    <dgm:cxn modelId="{3E0BA54D-0D1A-480C-81D4-007149BCAE8D}" type="presParOf" srcId="{BB9A6123-E67E-42BD-BB50-B491C089C6C0}" destId="{1F8A9031-E8CB-4FAB-92B6-E916FFD878E5}" srcOrd="7" destOrd="0" presId="urn:microsoft.com/office/officeart/2005/8/layout/vProcess5"/>
    <dgm:cxn modelId="{2618D7C1-65DF-4A21-B634-A77131DA9AD2}" type="presParOf" srcId="{BB9A6123-E67E-42BD-BB50-B491C089C6C0}" destId="{14FDD7BE-4792-40A9-A4DE-8A6821BC7E16}" srcOrd="8" destOrd="0" presId="urn:microsoft.com/office/officeart/2005/8/layout/vProcess5"/>
    <dgm:cxn modelId="{9F33E89A-0FED-453D-9AD0-601331E9B846}" type="presParOf" srcId="{BB9A6123-E67E-42BD-BB50-B491C089C6C0}" destId="{6213EB5C-5B89-46CB-BAAB-1581485FABD8}" srcOrd="9" destOrd="0" presId="urn:microsoft.com/office/officeart/2005/8/layout/vProcess5"/>
    <dgm:cxn modelId="{2A55C2CB-A214-4B0C-8B62-99B020508B07}" type="presParOf" srcId="{BB9A6123-E67E-42BD-BB50-B491C089C6C0}" destId="{EB3DEB37-2AF2-44D3-9120-2F1686B0FFEB}" srcOrd="10" destOrd="0" presId="urn:microsoft.com/office/officeart/2005/8/layout/vProcess5"/>
    <dgm:cxn modelId="{A4D3CE10-D900-409C-8F9F-3F2EBBBA7F09}" type="presParOf" srcId="{BB9A6123-E67E-42BD-BB50-B491C089C6C0}" destId="{0776B8E2-0D5E-457C-BDF4-0464CDA6DEF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E735C9-11D1-41BB-AFB1-852E1CC56DF9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7D2C586-04ED-4EDC-A7FD-87DD1E58D8D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Répartition générale proche de l’égalité (1% de différence)</a:t>
          </a:r>
          <a:endParaRPr lang="en-US" dirty="0"/>
        </a:p>
      </dgm:t>
    </dgm:pt>
    <dgm:pt modelId="{99579366-69D5-4B9A-99F2-EC1878BC2B3B}" type="parTrans" cxnId="{F17CDEB7-4F7B-4BEF-95D2-B08792377C32}">
      <dgm:prSet/>
      <dgm:spPr/>
      <dgm:t>
        <a:bodyPr/>
        <a:lstStyle/>
        <a:p>
          <a:endParaRPr lang="en-US"/>
        </a:p>
      </dgm:t>
    </dgm:pt>
    <dgm:pt modelId="{C381211B-1A40-4FFB-B456-53A850B5C5A4}" type="sibTrans" cxnId="{F17CDEB7-4F7B-4BEF-95D2-B08792377C32}">
      <dgm:prSet/>
      <dgm:spPr/>
      <dgm:t>
        <a:bodyPr/>
        <a:lstStyle/>
        <a:p>
          <a:endParaRPr lang="en-US"/>
        </a:p>
      </dgm:t>
    </dgm:pt>
    <dgm:pt modelId="{E4DED29E-53BF-4AC2-ADA3-8FF5DDB0F57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Des inégalités sur plusieurs points :</a:t>
          </a:r>
          <a:endParaRPr lang="en-US" dirty="0"/>
        </a:p>
      </dgm:t>
    </dgm:pt>
    <dgm:pt modelId="{9172D925-63FC-41ED-851C-EA52BDEAA55E}" type="parTrans" cxnId="{5DAFB08A-2C52-4D45-9C4A-E1B8A7410CD9}">
      <dgm:prSet/>
      <dgm:spPr/>
      <dgm:t>
        <a:bodyPr/>
        <a:lstStyle/>
        <a:p>
          <a:endParaRPr lang="en-US"/>
        </a:p>
      </dgm:t>
    </dgm:pt>
    <dgm:pt modelId="{77EA2ACD-8D3C-4821-89A2-5341EBE9575D}" type="sibTrans" cxnId="{5DAFB08A-2C52-4D45-9C4A-E1B8A7410CD9}">
      <dgm:prSet/>
      <dgm:spPr/>
      <dgm:t>
        <a:bodyPr/>
        <a:lstStyle/>
        <a:p>
          <a:endParaRPr lang="en-US"/>
        </a:p>
      </dgm:t>
    </dgm:pt>
    <dgm:pt modelId="{B1F595FA-03F0-4767-8A5E-2AAA6B4A2A0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Répartition inégale des employés dans les différents services</a:t>
          </a:r>
          <a:endParaRPr lang="en-US" dirty="0"/>
        </a:p>
      </dgm:t>
    </dgm:pt>
    <dgm:pt modelId="{A3FC8B7D-C541-41A5-97C4-1867E4B4444E}" type="parTrans" cxnId="{82EC2726-61A0-459D-9308-0E0764D0711B}">
      <dgm:prSet/>
      <dgm:spPr/>
      <dgm:t>
        <a:bodyPr/>
        <a:lstStyle/>
        <a:p>
          <a:endParaRPr lang="en-US"/>
        </a:p>
      </dgm:t>
    </dgm:pt>
    <dgm:pt modelId="{B658C342-1C29-42F0-88BD-CBAA072764E6}" type="sibTrans" cxnId="{82EC2726-61A0-459D-9308-0E0764D0711B}">
      <dgm:prSet/>
      <dgm:spPr/>
      <dgm:t>
        <a:bodyPr/>
        <a:lstStyle/>
        <a:p>
          <a:endParaRPr lang="en-US"/>
        </a:p>
      </dgm:t>
    </dgm:pt>
    <dgm:pt modelId="{EB94F8E9-A26D-493E-9214-FDCBA10C3C1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Les femmes en CDD</a:t>
          </a:r>
          <a:endParaRPr lang="en-US" dirty="0"/>
        </a:p>
      </dgm:t>
    </dgm:pt>
    <dgm:pt modelId="{5D1E7DB5-8F0B-4AAF-A71F-44A25C30272A}" type="parTrans" cxnId="{3CEC14E2-C621-4FE2-A87B-C4D6A75530F7}">
      <dgm:prSet/>
      <dgm:spPr/>
      <dgm:t>
        <a:bodyPr/>
        <a:lstStyle/>
        <a:p>
          <a:endParaRPr lang="en-US"/>
        </a:p>
      </dgm:t>
    </dgm:pt>
    <dgm:pt modelId="{8108CFF4-87EF-46D9-A110-43DF5DB42BA7}" type="sibTrans" cxnId="{3CEC14E2-C621-4FE2-A87B-C4D6A75530F7}">
      <dgm:prSet/>
      <dgm:spPr/>
      <dgm:t>
        <a:bodyPr/>
        <a:lstStyle/>
        <a:p>
          <a:endParaRPr lang="en-US"/>
        </a:p>
      </dgm:t>
    </dgm:pt>
    <dgm:pt modelId="{C14FD366-3F3C-416C-87B9-AE8585DD1BB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Augmentations inégales</a:t>
          </a:r>
          <a:endParaRPr lang="en-US" dirty="0"/>
        </a:p>
      </dgm:t>
    </dgm:pt>
    <dgm:pt modelId="{D51B290A-A446-4A53-953A-E8116C2A2379}" type="parTrans" cxnId="{31C949DC-6C21-48AA-BF42-3CB4061305E1}">
      <dgm:prSet/>
      <dgm:spPr/>
      <dgm:t>
        <a:bodyPr/>
        <a:lstStyle/>
        <a:p>
          <a:endParaRPr lang="en-US"/>
        </a:p>
      </dgm:t>
    </dgm:pt>
    <dgm:pt modelId="{A32EB8DF-751B-43A4-A341-39D79ADEFB4F}" type="sibTrans" cxnId="{31C949DC-6C21-48AA-BF42-3CB4061305E1}">
      <dgm:prSet/>
      <dgm:spPr/>
      <dgm:t>
        <a:bodyPr/>
        <a:lstStyle/>
        <a:p>
          <a:endParaRPr lang="en-US"/>
        </a:p>
      </dgm:t>
    </dgm:pt>
    <dgm:pt modelId="{9E1ABF87-DA38-4373-97D5-F6D287B1ABF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Salaires inégaux surtout tranche 20-30 ans </a:t>
          </a:r>
          <a:endParaRPr lang="en-US" dirty="0"/>
        </a:p>
      </dgm:t>
    </dgm:pt>
    <dgm:pt modelId="{BAD7C3E0-FA81-40CF-81A3-2F90791BA6C0}" type="parTrans" cxnId="{CE171CC8-407E-433E-8C68-451BE147B51E}">
      <dgm:prSet/>
      <dgm:spPr/>
      <dgm:t>
        <a:bodyPr/>
        <a:lstStyle/>
        <a:p>
          <a:endParaRPr lang="en-US"/>
        </a:p>
      </dgm:t>
    </dgm:pt>
    <dgm:pt modelId="{272222D9-C885-4AED-AF6D-302C8B8DE1E8}" type="sibTrans" cxnId="{CE171CC8-407E-433E-8C68-451BE147B51E}">
      <dgm:prSet/>
      <dgm:spPr/>
      <dgm:t>
        <a:bodyPr/>
        <a:lstStyle/>
        <a:p>
          <a:endParaRPr lang="en-US"/>
        </a:p>
      </dgm:t>
    </dgm:pt>
    <dgm:pt modelId="{34D5A490-1594-4531-9040-D49532C6461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Ancienneté inégale</a:t>
          </a:r>
          <a:endParaRPr lang="en-US" dirty="0"/>
        </a:p>
      </dgm:t>
    </dgm:pt>
    <dgm:pt modelId="{40B28054-909F-462C-85C6-DFB513BAC2EE}" type="parTrans" cxnId="{4A3B0FEB-43B7-430F-9919-C4A47D9972D7}">
      <dgm:prSet/>
      <dgm:spPr/>
      <dgm:t>
        <a:bodyPr/>
        <a:lstStyle/>
        <a:p>
          <a:endParaRPr lang="en-US"/>
        </a:p>
      </dgm:t>
    </dgm:pt>
    <dgm:pt modelId="{C97C28ED-6477-44FC-B9FC-B1D3EEE110F3}" type="sibTrans" cxnId="{4A3B0FEB-43B7-430F-9919-C4A47D9972D7}">
      <dgm:prSet/>
      <dgm:spPr/>
      <dgm:t>
        <a:bodyPr/>
        <a:lstStyle/>
        <a:p>
          <a:endParaRPr lang="en-US"/>
        </a:p>
      </dgm:t>
    </dgm:pt>
    <dgm:pt modelId="{7B436E7C-021D-43F2-BD55-57E1C1D458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Recommandation</a:t>
          </a:r>
          <a:r>
            <a:rPr lang="en-US" dirty="0"/>
            <a:t> :</a:t>
          </a:r>
        </a:p>
        <a:p>
          <a:pPr>
            <a:defRPr b="1"/>
          </a:pPr>
          <a:endParaRPr lang="en-US" dirty="0"/>
        </a:p>
      </dgm:t>
    </dgm:pt>
    <dgm:pt modelId="{3BEC1425-081C-4A80-ACC1-B4E06C22B191}" type="parTrans" cxnId="{5681C52F-4F61-4265-940A-97F37EC485F7}">
      <dgm:prSet/>
      <dgm:spPr/>
      <dgm:t>
        <a:bodyPr/>
        <a:lstStyle/>
        <a:p>
          <a:endParaRPr lang="fr-FR"/>
        </a:p>
      </dgm:t>
    </dgm:pt>
    <dgm:pt modelId="{6AE221F2-4B93-4FFA-BA70-B97C4177BF05}" type="sibTrans" cxnId="{5681C52F-4F61-4265-940A-97F37EC485F7}">
      <dgm:prSet/>
      <dgm:spPr/>
      <dgm:t>
        <a:bodyPr/>
        <a:lstStyle/>
        <a:p>
          <a:endParaRPr lang="fr-FR"/>
        </a:p>
      </dgm:t>
    </dgm:pt>
    <dgm:pt modelId="{27D1F396-9C4F-411E-ACF3-ECF7CE40E7A6}" type="pres">
      <dgm:prSet presAssocID="{C9E735C9-11D1-41BB-AFB1-852E1CC56DF9}" presName="root" presStyleCnt="0">
        <dgm:presLayoutVars>
          <dgm:dir/>
          <dgm:resizeHandles val="exact"/>
        </dgm:presLayoutVars>
      </dgm:prSet>
      <dgm:spPr/>
    </dgm:pt>
    <dgm:pt modelId="{CFF36020-48B7-41F5-B7A0-6807BEE73DF9}" type="pres">
      <dgm:prSet presAssocID="{97D2C586-04ED-4EDC-A7FD-87DD1E58D8D0}" presName="compNode" presStyleCnt="0"/>
      <dgm:spPr/>
    </dgm:pt>
    <dgm:pt modelId="{920F652B-FAF7-4071-8CFA-B5476E8CC62F}" type="pres">
      <dgm:prSet presAssocID="{97D2C586-04ED-4EDC-A7FD-87DD1E58D8D0}" presName="bgRect" presStyleLbl="bgShp" presStyleIdx="0" presStyleCnt="3"/>
      <dgm:spPr/>
    </dgm:pt>
    <dgm:pt modelId="{89F19AA7-8A50-47E2-89AF-6A4A693B3CB3}" type="pres">
      <dgm:prSet presAssocID="{97D2C586-04ED-4EDC-A7FD-87DD1E58D8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ère"/>
        </a:ext>
      </dgm:extLst>
    </dgm:pt>
    <dgm:pt modelId="{FF9A0A06-AE02-415F-9537-4704524A1C8B}" type="pres">
      <dgm:prSet presAssocID="{97D2C586-04ED-4EDC-A7FD-87DD1E58D8D0}" presName="spaceRect" presStyleCnt="0"/>
      <dgm:spPr/>
    </dgm:pt>
    <dgm:pt modelId="{FE5DBA9B-719B-4C15-9420-567A698E5B42}" type="pres">
      <dgm:prSet presAssocID="{97D2C586-04ED-4EDC-A7FD-87DD1E58D8D0}" presName="parTx" presStyleLbl="revTx" presStyleIdx="0" presStyleCnt="4">
        <dgm:presLayoutVars>
          <dgm:chMax val="0"/>
          <dgm:chPref val="0"/>
        </dgm:presLayoutVars>
      </dgm:prSet>
      <dgm:spPr/>
    </dgm:pt>
    <dgm:pt modelId="{775D9496-A612-42F2-B10C-4FDFFE86D8E8}" type="pres">
      <dgm:prSet presAssocID="{C381211B-1A40-4FFB-B456-53A850B5C5A4}" presName="sibTrans" presStyleCnt="0"/>
      <dgm:spPr/>
    </dgm:pt>
    <dgm:pt modelId="{9F945410-3192-4948-9B19-6CA6B6FEB59C}" type="pres">
      <dgm:prSet presAssocID="{E4DED29E-53BF-4AC2-ADA3-8FF5DDB0F570}" presName="compNode" presStyleCnt="0"/>
      <dgm:spPr/>
    </dgm:pt>
    <dgm:pt modelId="{AF9EB31A-2348-4751-9E71-F11F0B57A233}" type="pres">
      <dgm:prSet presAssocID="{E4DED29E-53BF-4AC2-ADA3-8FF5DDB0F570}" presName="bgRect" presStyleLbl="bgShp" presStyleIdx="1" presStyleCnt="3"/>
      <dgm:spPr/>
    </dgm:pt>
    <dgm:pt modelId="{768E73D8-00F1-4F76-B72D-7E3A710D8ECE}" type="pres">
      <dgm:prSet presAssocID="{E4DED29E-53BF-4AC2-ADA3-8FF5DDB0F5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e"/>
        </a:ext>
      </dgm:extLst>
    </dgm:pt>
    <dgm:pt modelId="{0B070D0F-47DB-445D-A5C1-3A5862DA8FD6}" type="pres">
      <dgm:prSet presAssocID="{E4DED29E-53BF-4AC2-ADA3-8FF5DDB0F570}" presName="spaceRect" presStyleCnt="0"/>
      <dgm:spPr/>
    </dgm:pt>
    <dgm:pt modelId="{B41579F4-5FDF-4817-AA2B-7800F8A8CB5B}" type="pres">
      <dgm:prSet presAssocID="{E4DED29E-53BF-4AC2-ADA3-8FF5DDB0F570}" presName="parTx" presStyleLbl="revTx" presStyleIdx="1" presStyleCnt="4" custLinFactNeighborX="-9135" custLinFactNeighborY="-349">
        <dgm:presLayoutVars>
          <dgm:chMax val="0"/>
          <dgm:chPref val="0"/>
        </dgm:presLayoutVars>
      </dgm:prSet>
      <dgm:spPr/>
    </dgm:pt>
    <dgm:pt modelId="{D47D575F-AA96-4C5B-8460-2893C51496D2}" type="pres">
      <dgm:prSet presAssocID="{E4DED29E-53BF-4AC2-ADA3-8FF5DDB0F570}" presName="desTx" presStyleLbl="revTx" presStyleIdx="2" presStyleCnt="4" custScaleX="111667" custScaleY="127437" custLinFactNeighborX="-9730" custLinFactNeighborY="-349">
        <dgm:presLayoutVars/>
      </dgm:prSet>
      <dgm:spPr/>
    </dgm:pt>
    <dgm:pt modelId="{0E330B1B-8898-452B-B36D-E7BDB1838411}" type="pres">
      <dgm:prSet presAssocID="{77EA2ACD-8D3C-4821-89A2-5341EBE9575D}" presName="sibTrans" presStyleCnt="0"/>
      <dgm:spPr/>
    </dgm:pt>
    <dgm:pt modelId="{3537F635-DF65-4719-99F2-807CE91F4C76}" type="pres">
      <dgm:prSet presAssocID="{7B436E7C-021D-43F2-BD55-57E1C1D45829}" presName="compNode" presStyleCnt="0"/>
      <dgm:spPr/>
    </dgm:pt>
    <dgm:pt modelId="{BFFE0D95-AD47-4295-9D8A-DAFB3C02C36B}" type="pres">
      <dgm:prSet presAssocID="{7B436E7C-021D-43F2-BD55-57E1C1D45829}" presName="bgRect" presStyleLbl="bgShp" presStyleIdx="2" presStyleCnt="3"/>
      <dgm:spPr/>
    </dgm:pt>
    <dgm:pt modelId="{5C956EC3-F2B3-4008-A4C2-C3A5E0B1EB9C}" type="pres">
      <dgm:prSet presAssocID="{7B436E7C-021D-43F2-BD55-57E1C1D458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82C54AD3-0919-4031-B2FD-456452AD3FA3}" type="pres">
      <dgm:prSet presAssocID="{7B436E7C-021D-43F2-BD55-57E1C1D45829}" presName="spaceRect" presStyleCnt="0"/>
      <dgm:spPr/>
    </dgm:pt>
    <dgm:pt modelId="{D0B39734-62E1-4200-807D-6DA0C98C3B05}" type="pres">
      <dgm:prSet presAssocID="{7B436E7C-021D-43F2-BD55-57E1C1D45829}" presName="parTx" presStyleLbl="revTx" presStyleIdx="3" presStyleCnt="4" custScaleX="32415" custLinFactNeighborX="-38203" custLinFactNeighborY="1731">
        <dgm:presLayoutVars>
          <dgm:chMax val="0"/>
          <dgm:chPref val="0"/>
        </dgm:presLayoutVars>
      </dgm:prSet>
      <dgm:spPr/>
    </dgm:pt>
  </dgm:ptLst>
  <dgm:cxnLst>
    <dgm:cxn modelId="{D71D6219-4392-4D02-9B77-AFCB9B99042C}" type="presOf" srcId="{B1F595FA-03F0-4767-8A5E-2AAA6B4A2A06}" destId="{D47D575F-AA96-4C5B-8460-2893C51496D2}" srcOrd="0" destOrd="0" presId="urn:microsoft.com/office/officeart/2018/2/layout/IconVerticalSolidList"/>
    <dgm:cxn modelId="{3AE6A21D-B03A-47DD-B688-1BEE83219570}" type="presOf" srcId="{E4DED29E-53BF-4AC2-ADA3-8FF5DDB0F570}" destId="{B41579F4-5FDF-4817-AA2B-7800F8A8CB5B}" srcOrd="0" destOrd="0" presId="urn:microsoft.com/office/officeart/2018/2/layout/IconVerticalSolidList"/>
    <dgm:cxn modelId="{4E376620-40B1-4405-A582-1ADACDB9828A}" type="presOf" srcId="{7B436E7C-021D-43F2-BD55-57E1C1D45829}" destId="{D0B39734-62E1-4200-807D-6DA0C98C3B05}" srcOrd="0" destOrd="0" presId="urn:microsoft.com/office/officeart/2018/2/layout/IconVerticalSolidList"/>
    <dgm:cxn modelId="{82EC2726-61A0-459D-9308-0E0764D0711B}" srcId="{E4DED29E-53BF-4AC2-ADA3-8FF5DDB0F570}" destId="{B1F595FA-03F0-4767-8A5E-2AAA6B4A2A06}" srcOrd="0" destOrd="0" parTransId="{A3FC8B7D-C541-41A5-97C4-1867E4B4444E}" sibTransId="{B658C342-1C29-42F0-88BD-CBAA072764E6}"/>
    <dgm:cxn modelId="{9485572A-9C37-4AF0-B691-B4EBBB559C3C}" type="presOf" srcId="{34D5A490-1594-4531-9040-D49532C64619}" destId="{D47D575F-AA96-4C5B-8460-2893C51496D2}" srcOrd="0" destOrd="4" presId="urn:microsoft.com/office/officeart/2018/2/layout/IconVerticalSolidList"/>
    <dgm:cxn modelId="{5681C52F-4F61-4265-940A-97F37EC485F7}" srcId="{C9E735C9-11D1-41BB-AFB1-852E1CC56DF9}" destId="{7B436E7C-021D-43F2-BD55-57E1C1D45829}" srcOrd="2" destOrd="0" parTransId="{3BEC1425-081C-4A80-ACC1-B4E06C22B191}" sibTransId="{6AE221F2-4B93-4FFA-BA70-B97C4177BF05}"/>
    <dgm:cxn modelId="{BE6D3D6A-E8BD-44A6-92A5-430C79B7F05A}" type="presOf" srcId="{EB94F8E9-A26D-493E-9214-FDCBA10C3C12}" destId="{D47D575F-AA96-4C5B-8460-2893C51496D2}" srcOrd="0" destOrd="1" presId="urn:microsoft.com/office/officeart/2018/2/layout/IconVerticalSolidList"/>
    <dgm:cxn modelId="{37AF0757-48BF-4F05-8E13-3B1A2EE1246E}" type="presOf" srcId="{C14FD366-3F3C-416C-87B9-AE8585DD1BB6}" destId="{D47D575F-AA96-4C5B-8460-2893C51496D2}" srcOrd="0" destOrd="2" presId="urn:microsoft.com/office/officeart/2018/2/layout/IconVerticalSolidList"/>
    <dgm:cxn modelId="{5DAFB08A-2C52-4D45-9C4A-E1B8A7410CD9}" srcId="{C9E735C9-11D1-41BB-AFB1-852E1CC56DF9}" destId="{E4DED29E-53BF-4AC2-ADA3-8FF5DDB0F570}" srcOrd="1" destOrd="0" parTransId="{9172D925-63FC-41ED-851C-EA52BDEAA55E}" sibTransId="{77EA2ACD-8D3C-4821-89A2-5341EBE9575D}"/>
    <dgm:cxn modelId="{772D56A7-FDBF-448C-A27A-CE325B6C40FE}" type="presOf" srcId="{C9E735C9-11D1-41BB-AFB1-852E1CC56DF9}" destId="{27D1F396-9C4F-411E-ACF3-ECF7CE40E7A6}" srcOrd="0" destOrd="0" presId="urn:microsoft.com/office/officeart/2018/2/layout/IconVerticalSolidList"/>
    <dgm:cxn modelId="{F17CDEB7-4F7B-4BEF-95D2-B08792377C32}" srcId="{C9E735C9-11D1-41BB-AFB1-852E1CC56DF9}" destId="{97D2C586-04ED-4EDC-A7FD-87DD1E58D8D0}" srcOrd="0" destOrd="0" parTransId="{99579366-69D5-4B9A-99F2-EC1878BC2B3B}" sibTransId="{C381211B-1A40-4FFB-B456-53A850B5C5A4}"/>
    <dgm:cxn modelId="{4913CCB8-1F15-4274-B884-7C573AD5092D}" type="presOf" srcId="{97D2C586-04ED-4EDC-A7FD-87DD1E58D8D0}" destId="{FE5DBA9B-719B-4C15-9420-567A698E5B42}" srcOrd="0" destOrd="0" presId="urn:microsoft.com/office/officeart/2018/2/layout/IconVerticalSolidList"/>
    <dgm:cxn modelId="{CE171CC8-407E-433E-8C68-451BE147B51E}" srcId="{E4DED29E-53BF-4AC2-ADA3-8FF5DDB0F570}" destId="{9E1ABF87-DA38-4373-97D5-F6D287B1ABF7}" srcOrd="3" destOrd="0" parTransId="{BAD7C3E0-FA81-40CF-81A3-2F90791BA6C0}" sibTransId="{272222D9-C885-4AED-AF6D-302C8B8DE1E8}"/>
    <dgm:cxn modelId="{31C949DC-6C21-48AA-BF42-3CB4061305E1}" srcId="{E4DED29E-53BF-4AC2-ADA3-8FF5DDB0F570}" destId="{C14FD366-3F3C-416C-87B9-AE8585DD1BB6}" srcOrd="2" destOrd="0" parTransId="{D51B290A-A446-4A53-953A-E8116C2A2379}" sibTransId="{A32EB8DF-751B-43A4-A341-39D79ADEFB4F}"/>
    <dgm:cxn modelId="{3CEC14E2-C621-4FE2-A87B-C4D6A75530F7}" srcId="{E4DED29E-53BF-4AC2-ADA3-8FF5DDB0F570}" destId="{EB94F8E9-A26D-493E-9214-FDCBA10C3C12}" srcOrd="1" destOrd="0" parTransId="{5D1E7DB5-8F0B-4AAF-A71F-44A25C30272A}" sibTransId="{8108CFF4-87EF-46D9-A110-43DF5DB42BA7}"/>
    <dgm:cxn modelId="{4A3B0FEB-43B7-430F-9919-C4A47D9972D7}" srcId="{E4DED29E-53BF-4AC2-ADA3-8FF5DDB0F570}" destId="{34D5A490-1594-4531-9040-D49532C64619}" srcOrd="4" destOrd="0" parTransId="{40B28054-909F-462C-85C6-DFB513BAC2EE}" sibTransId="{C97C28ED-6477-44FC-B9FC-B1D3EEE110F3}"/>
    <dgm:cxn modelId="{E89608F5-D112-44F1-8069-7664073E6064}" type="presOf" srcId="{9E1ABF87-DA38-4373-97D5-F6D287B1ABF7}" destId="{D47D575F-AA96-4C5B-8460-2893C51496D2}" srcOrd="0" destOrd="3" presId="urn:microsoft.com/office/officeart/2018/2/layout/IconVerticalSolidList"/>
    <dgm:cxn modelId="{0989026F-CA36-4043-AF1C-63D08E38B526}" type="presParOf" srcId="{27D1F396-9C4F-411E-ACF3-ECF7CE40E7A6}" destId="{CFF36020-48B7-41F5-B7A0-6807BEE73DF9}" srcOrd="0" destOrd="0" presId="urn:microsoft.com/office/officeart/2018/2/layout/IconVerticalSolidList"/>
    <dgm:cxn modelId="{6C20FA32-E3EF-4AB9-8774-84E9676BE393}" type="presParOf" srcId="{CFF36020-48B7-41F5-B7A0-6807BEE73DF9}" destId="{920F652B-FAF7-4071-8CFA-B5476E8CC62F}" srcOrd="0" destOrd="0" presId="urn:microsoft.com/office/officeart/2018/2/layout/IconVerticalSolidList"/>
    <dgm:cxn modelId="{B8FD08C9-CC5B-4A7A-8E37-CC02C952B9D6}" type="presParOf" srcId="{CFF36020-48B7-41F5-B7A0-6807BEE73DF9}" destId="{89F19AA7-8A50-47E2-89AF-6A4A693B3CB3}" srcOrd="1" destOrd="0" presId="urn:microsoft.com/office/officeart/2018/2/layout/IconVerticalSolidList"/>
    <dgm:cxn modelId="{6D7FC5B2-E351-450B-973F-3067709E4BE0}" type="presParOf" srcId="{CFF36020-48B7-41F5-B7A0-6807BEE73DF9}" destId="{FF9A0A06-AE02-415F-9537-4704524A1C8B}" srcOrd="2" destOrd="0" presId="urn:microsoft.com/office/officeart/2018/2/layout/IconVerticalSolidList"/>
    <dgm:cxn modelId="{3CF064E7-0EA1-423C-9266-51BA68DD2D5F}" type="presParOf" srcId="{CFF36020-48B7-41F5-B7A0-6807BEE73DF9}" destId="{FE5DBA9B-719B-4C15-9420-567A698E5B42}" srcOrd="3" destOrd="0" presId="urn:microsoft.com/office/officeart/2018/2/layout/IconVerticalSolidList"/>
    <dgm:cxn modelId="{CD434601-704A-4BB5-A9F0-5F24E46C1863}" type="presParOf" srcId="{27D1F396-9C4F-411E-ACF3-ECF7CE40E7A6}" destId="{775D9496-A612-42F2-B10C-4FDFFE86D8E8}" srcOrd="1" destOrd="0" presId="urn:microsoft.com/office/officeart/2018/2/layout/IconVerticalSolidList"/>
    <dgm:cxn modelId="{3F48A9E2-C4F0-45A9-8CF6-2F35A340DF61}" type="presParOf" srcId="{27D1F396-9C4F-411E-ACF3-ECF7CE40E7A6}" destId="{9F945410-3192-4948-9B19-6CA6B6FEB59C}" srcOrd="2" destOrd="0" presId="urn:microsoft.com/office/officeart/2018/2/layout/IconVerticalSolidList"/>
    <dgm:cxn modelId="{A1AEC68A-403E-4759-ACB2-00688184894A}" type="presParOf" srcId="{9F945410-3192-4948-9B19-6CA6B6FEB59C}" destId="{AF9EB31A-2348-4751-9E71-F11F0B57A233}" srcOrd="0" destOrd="0" presId="urn:microsoft.com/office/officeart/2018/2/layout/IconVerticalSolidList"/>
    <dgm:cxn modelId="{6CAEA209-CCC6-41FB-BA00-CF2BC74A4404}" type="presParOf" srcId="{9F945410-3192-4948-9B19-6CA6B6FEB59C}" destId="{768E73D8-00F1-4F76-B72D-7E3A710D8ECE}" srcOrd="1" destOrd="0" presId="urn:microsoft.com/office/officeart/2018/2/layout/IconVerticalSolidList"/>
    <dgm:cxn modelId="{B995A4A1-328D-44B8-A3C0-E544D8C9AA92}" type="presParOf" srcId="{9F945410-3192-4948-9B19-6CA6B6FEB59C}" destId="{0B070D0F-47DB-445D-A5C1-3A5862DA8FD6}" srcOrd="2" destOrd="0" presId="urn:microsoft.com/office/officeart/2018/2/layout/IconVerticalSolidList"/>
    <dgm:cxn modelId="{923796D3-DE90-4304-AEC5-6EC246B2F31E}" type="presParOf" srcId="{9F945410-3192-4948-9B19-6CA6B6FEB59C}" destId="{B41579F4-5FDF-4817-AA2B-7800F8A8CB5B}" srcOrd="3" destOrd="0" presId="urn:microsoft.com/office/officeart/2018/2/layout/IconVerticalSolidList"/>
    <dgm:cxn modelId="{1FF6FD29-170F-42D0-88EC-8FD49D86CA11}" type="presParOf" srcId="{9F945410-3192-4948-9B19-6CA6B6FEB59C}" destId="{D47D575F-AA96-4C5B-8460-2893C51496D2}" srcOrd="4" destOrd="0" presId="urn:microsoft.com/office/officeart/2018/2/layout/IconVerticalSolidList"/>
    <dgm:cxn modelId="{48029FD9-444E-4302-8DE4-D3860437A16B}" type="presParOf" srcId="{27D1F396-9C4F-411E-ACF3-ECF7CE40E7A6}" destId="{0E330B1B-8898-452B-B36D-E7BDB1838411}" srcOrd="3" destOrd="0" presId="urn:microsoft.com/office/officeart/2018/2/layout/IconVerticalSolidList"/>
    <dgm:cxn modelId="{84DF00B4-D568-479C-8F33-CBEC37750D28}" type="presParOf" srcId="{27D1F396-9C4F-411E-ACF3-ECF7CE40E7A6}" destId="{3537F635-DF65-4719-99F2-807CE91F4C76}" srcOrd="4" destOrd="0" presId="urn:microsoft.com/office/officeart/2018/2/layout/IconVerticalSolidList"/>
    <dgm:cxn modelId="{9B28CAA4-7720-4F29-A68A-35A0062747D5}" type="presParOf" srcId="{3537F635-DF65-4719-99F2-807CE91F4C76}" destId="{BFFE0D95-AD47-4295-9D8A-DAFB3C02C36B}" srcOrd="0" destOrd="0" presId="urn:microsoft.com/office/officeart/2018/2/layout/IconVerticalSolidList"/>
    <dgm:cxn modelId="{20307EAD-66F6-4B63-935E-470B34105DF5}" type="presParOf" srcId="{3537F635-DF65-4719-99F2-807CE91F4C76}" destId="{5C956EC3-F2B3-4008-A4C2-C3A5E0B1EB9C}" srcOrd="1" destOrd="0" presId="urn:microsoft.com/office/officeart/2018/2/layout/IconVerticalSolidList"/>
    <dgm:cxn modelId="{E803A448-1447-4298-8348-C9B18E18DB30}" type="presParOf" srcId="{3537F635-DF65-4719-99F2-807CE91F4C76}" destId="{82C54AD3-0919-4031-B2FD-456452AD3FA3}" srcOrd="2" destOrd="0" presId="urn:microsoft.com/office/officeart/2018/2/layout/IconVerticalSolidList"/>
    <dgm:cxn modelId="{C72995D6-845A-4A65-8C40-E9E2A5591618}" type="presParOf" srcId="{3537F635-DF65-4719-99F2-807CE91F4C76}" destId="{D0B39734-62E1-4200-807D-6DA0C98C3B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A3C16-56CB-43B2-A9D8-8342EEDB10F4}">
      <dsp:nvSpPr>
        <dsp:cNvPr id="0" name=""/>
        <dsp:cNvSpPr/>
      </dsp:nvSpPr>
      <dsp:spPr>
        <a:xfrm>
          <a:off x="0" y="1341"/>
          <a:ext cx="7728267" cy="57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Knime</a:t>
          </a:r>
        </a:p>
      </dsp:txBody>
      <dsp:txXfrm>
        <a:off x="28100" y="29441"/>
        <a:ext cx="7672067" cy="519439"/>
      </dsp:txXfrm>
    </dsp:sp>
    <dsp:sp modelId="{16E15FF0-6224-4319-8D00-FE5753B1EDBE}">
      <dsp:nvSpPr>
        <dsp:cNvPr id="0" name=""/>
        <dsp:cNvSpPr/>
      </dsp:nvSpPr>
      <dsp:spPr>
        <a:xfrm>
          <a:off x="0" y="576981"/>
          <a:ext cx="7728267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Logiciel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Préparation des données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Visualisation</a:t>
          </a:r>
        </a:p>
      </dsp:txBody>
      <dsp:txXfrm>
        <a:off x="0" y="576981"/>
        <a:ext cx="7728267" cy="993600"/>
      </dsp:txXfrm>
    </dsp:sp>
    <dsp:sp modelId="{E2B1826C-6AA4-4004-AF4C-C7339135A2B7}">
      <dsp:nvSpPr>
        <dsp:cNvPr id="0" name=""/>
        <dsp:cNvSpPr/>
      </dsp:nvSpPr>
      <dsp:spPr>
        <a:xfrm>
          <a:off x="0" y="1570582"/>
          <a:ext cx="7728267" cy="575639"/>
        </a:xfrm>
        <a:prstGeom prst="roundRect">
          <a:avLst/>
        </a:prstGeom>
        <a:solidFill>
          <a:schemeClr val="accent2">
            <a:hueOff val="651485"/>
            <a:satOff val="-10511"/>
            <a:lumOff val="-183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RGPD</a:t>
          </a:r>
        </a:p>
      </dsp:txBody>
      <dsp:txXfrm>
        <a:off x="28100" y="1598682"/>
        <a:ext cx="7672067" cy="519439"/>
      </dsp:txXfrm>
    </dsp:sp>
    <dsp:sp modelId="{73F7BF0C-C231-4C60-89B8-69846158766D}">
      <dsp:nvSpPr>
        <dsp:cNvPr id="0" name=""/>
        <dsp:cNvSpPr/>
      </dsp:nvSpPr>
      <dsp:spPr>
        <a:xfrm>
          <a:off x="0" y="2146221"/>
          <a:ext cx="7728267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Les 5 grands principes</a:t>
          </a:r>
        </a:p>
      </dsp:txBody>
      <dsp:txXfrm>
        <a:off x="0" y="2146221"/>
        <a:ext cx="7728267" cy="397440"/>
      </dsp:txXfrm>
    </dsp:sp>
    <dsp:sp modelId="{DFDF760E-6836-4710-83B5-8E305BC28849}">
      <dsp:nvSpPr>
        <dsp:cNvPr id="0" name=""/>
        <dsp:cNvSpPr/>
      </dsp:nvSpPr>
      <dsp:spPr>
        <a:xfrm>
          <a:off x="0" y="2543662"/>
          <a:ext cx="7728267" cy="575639"/>
        </a:xfrm>
        <a:prstGeom prst="roundRect">
          <a:avLst/>
        </a:prstGeom>
        <a:solidFill>
          <a:schemeClr val="accent2">
            <a:hueOff val="1302969"/>
            <a:satOff val="-21023"/>
            <a:lumOff val="-366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</a:t>
          </a:r>
        </a:p>
      </dsp:txBody>
      <dsp:txXfrm>
        <a:off x="28100" y="2571762"/>
        <a:ext cx="7672067" cy="519439"/>
      </dsp:txXfrm>
    </dsp:sp>
    <dsp:sp modelId="{109086B5-2EC7-4DC9-9F59-97C9600C9E2B}">
      <dsp:nvSpPr>
        <dsp:cNvPr id="0" name=""/>
        <dsp:cNvSpPr/>
      </dsp:nvSpPr>
      <dsp:spPr>
        <a:xfrm>
          <a:off x="0" y="3119302"/>
          <a:ext cx="7728267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Calcul</a:t>
          </a:r>
        </a:p>
      </dsp:txBody>
      <dsp:txXfrm>
        <a:off x="0" y="3119302"/>
        <a:ext cx="7728267" cy="397440"/>
      </dsp:txXfrm>
    </dsp:sp>
    <dsp:sp modelId="{166A85AB-C4AD-468A-B937-A84DB273D4AA}">
      <dsp:nvSpPr>
        <dsp:cNvPr id="0" name=""/>
        <dsp:cNvSpPr/>
      </dsp:nvSpPr>
      <dsp:spPr>
        <a:xfrm>
          <a:off x="0" y="3516742"/>
          <a:ext cx="7728267" cy="575639"/>
        </a:xfrm>
        <a:prstGeom prst="roundRect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Analyse</a:t>
          </a:r>
        </a:p>
      </dsp:txBody>
      <dsp:txXfrm>
        <a:off x="28100" y="3544842"/>
        <a:ext cx="7672067" cy="519439"/>
      </dsp:txXfrm>
    </dsp:sp>
    <dsp:sp modelId="{FE6970F7-C666-4709-B108-FEC2F17A12AA}">
      <dsp:nvSpPr>
        <dsp:cNvPr id="0" name=""/>
        <dsp:cNvSpPr/>
      </dsp:nvSpPr>
      <dsp:spPr>
        <a:xfrm>
          <a:off x="0" y="4092382"/>
          <a:ext cx="7728267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3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Diagnostic égalité H / F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Axes d’analyses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Les indicateurs</a:t>
          </a:r>
        </a:p>
      </dsp:txBody>
      <dsp:txXfrm>
        <a:off x="0" y="4092382"/>
        <a:ext cx="7728267" cy="993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119AC-A3D1-45D4-81F6-F6E581D449A3}">
      <dsp:nvSpPr>
        <dsp:cNvPr id="0" name=""/>
        <dsp:cNvSpPr/>
      </dsp:nvSpPr>
      <dsp:spPr>
        <a:xfrm>
          <a:off x="670248" y="255517"/>
          <a:ext cx="4914227" cy="4914227"/>
        </a:xfrm>
        <a:prstGeom prst="circularArrow">
          <a:avLst>
            <a:gd name="adj1" fmla="val 5544"/>
            <a:gd name="adj2" fmla="val 330680"/>
            <a:gd name="adj3" fmla="val 13811129"/>
            <a:gd name="adj4" fmla="val 1736457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9FEBB-D16C-4CA1-9FBC-CD23660641DC}">
      <dsp:nvSpPr>
        <dsp:cNvPr id="0" name=""/>
        <dsp:cNvSpPr/>
      </dsp:nvSpPr>
      <dsp:spPr>
        <a:xfrm>
          <a:off x="1994304" y="284340"/>
          <a:ext cx="2266115" cy="11330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rPr>
            <a:t>Le principe de finalité</a:t>
          </a:r>
        </a:p>
      </dsp:txBody>
      <dsp:txXfrm>
        <a:off x="2049615" y="339651"/>
        <a:ext cx="2155493" cy="1022435"/>
      </dsp:txXfrm>
    </dsp:sp>
    <dsp:sp modelId="{31FF283B-20AB-4413-B30D-5FAC07D9862B}">
      <dsp:nvSpPr>
        <dsp:cNvPr id="0" name=""/>
        <dsp:cNvSpPr/>
      </dsp:nvSpPr>
      <dsp:spPr>
        <a:xfrm>
          <a:off x="3987356" y="1732377"/>
          <a:ext cx="2266115" cy="113305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 principe de proportionnalité et de pertinence</a:t>
          </a:r>
        </a:p>
      </dsp:txBody>
      <dsp:txXfrm>
        <a:off x="4042667" y="1787688"/>
        <a:ext cx="2155493" cy="1022435"/>
      </dsp:txXfrm>
    </dsp:sp>
    <dsp:sp modelId="{B05854E0-7E5F-432A-B486-5BCB83A275C4}">
      <dsp:nvSpPr>
        <dsp:cNvPr id="0" name=""/>
        <dsp:cNvSpPr/>
      </dsp:nvSpPr>
      <dsp:spPr>
        <a:xfrm>
          <a:off x="3226078" y="4075351"/>
          <a:ext cx="2266115" cy="113305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 principe d’une durée de conservation limitée</a:t>
          </a:r>
        </a:p>
      </dsp:txBody>
      <dsp:txXfrm>
        <a:off x="3281389" y="4130662"/>
        <a:ext cx="2155493" cy="1022435"/>
      </dsp:txXfrm>
    </dsp:sp>
    <dsp:sp modelId="{F2C751BD-E6B5-4225-866F-BE54EB800F96}">
      <dsp:nvSpPr>
        <dsp:cNvPr id="0" name=""/>
        <dsp:cNvSpPr/>
      </dsp:nvSpPr>
      <dsp:spPr>
        <a:xfrm>
          <a:off x="762529" y="4075351"/>
          <a:ext cx="2266115" cy="113305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 principe de sécurité et de confidentialité</a:t>
          </a:r>
        </a:p>
      </dsp:txBody>
      <dsp:txXfrm>
        <a:off x="817840" y="4130662"/>
        <a:ext cx="2155493" cy="1022435"/>
      </dsp:txXfrm>
    </dsp:sp>
    <dsp:sp modelId="{B364CE76-1EC8-4693-8550-C3AC32A30EAB}">
      <dsp:nvSpPr>
        <dsp:cNvPr id="0" name=""/>
        <dsp:cNvSpPr/>
      </dsp:nvSpPr>
      <dsp:spPr>
        <a:xfrm>
          <a:off x="1251" y="1732377"/>
          <a:ext cx="2266115" cy="113305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rPr>
            <a:t>Les droits des personnes</a:t>
          </a:r>
        </a:p>
      </dsp:txBody>
      <dsp:txXfrm>
        <a:off x="56562" y="1787688"/>
        <a:ext cx="2155493" cy="10224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A97F6-8B31-45B3-BBBB-89F393DCABBB}">
      <dsp:nvSpPr>
        <dsp:cNvPr id="0" name=""/>
        <dsp:cNvSpPr/>
      </dsp:nvSpPr>
      <dsp:spPr>
        <a:xfrm>
          <a:off x="3395374" y="635007"/>
          <a:ext cx="490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250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7478" y="678123"/>
        <a:ext cx="26042" cy="5208"/>
      </dsp:txXfrm>
    </dsp:sp>
    <dsp:sp modelId="{9B439DF7-FF72-4B9F-8C58-21520AFD12EF}">
      <dsp:nvSpPr>
        <dsp:cNvPr id="0" name=""/>
        <dsp:cNvSpPr/>
      </dsp:nvSpPr>
      <dsp:spPr>
        <a:xfrm>
          <a:off x="1132605" y="1357"/>
          <a:ext cx="2264568" cy="13587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966" tIns="116478" rIns="110966" bIns="1164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L’Index, sur </a:t>
          </a:r>
          <a:r>
            <a:rPr lang="en-US" sz="1300" b="1" kern="1200"/>
            <a:t>100 points</a:t>
          </a:r>
          <a:r>
            <a:rPr lang="en-US" sz="1300" kern="1200"/>
            <a:t>, est composé de </a:t>
          </a:r>
          <a:r>
            <a:rPr lang="en-US" sz="1300" b="1" kern="1200"/>
            <a:t>4 à 5 indicateurs</a:t>
          </a:r>
          <a:r>
            <a:rPr lang="en-US" sz="1300" kern="1200"/>
            <a:t> selon que l’entreprise a moins ou plus de 250 salariés :</a:t>
          </a:r>
          <a:br>
            <a:rPr lang="en-US" sz="1300" kern="1200"/>
          </a:br>
          <a:r>
            <a:rPr lang="en-US" sz="1300" kern="1200"/>
            <a:t> </a:t>
          </a:r>
        </a:p>
      </dsp:txBody>
      <dsp:txXfrm>
        <a:off x="1132605" y="1357"/>
        <a:ext cx="2264568" cy="1358741"/>
      </dsp:txXfrm>
    </dsp:sp>
    <dsp:sp modelId="{AB94826C-EFB4-41B0-87D1-CD59ACFD8C6D}">
      <dsp:nvSpPr>
        <dsp:cNvPr id="0" name=""/>
        <dsp:cNvSpPr/>
      </dsp:nvSpPr>
      <dsp:spPr>
        <a:xfrm>
          <a:off x="2264890" y="1358298"/>
          <a:ext cx="2785419" cy="490250"/>
        </a:xfrm>
        <a:custGeom>
          <a:avLst/>
          <a:gdLst/>
          <a:ahLst/>
          <a:cxnLst/>
          <a:rect l="0" t="0" r="0" b="0"/>
          <a:pathLst>
            <a:path>
              <a:moveTo>
                <a:pt x="2785419" y="0"/>
              </a:moveTo>
              <a:lnTo>
                <a:pt x="2785419" y="262225"/>
              </a:lnTo>
              <a:lnTo>
                <a:pt x="0" y="262225"/>
              </a:lnTo>
              <a:lnTo>
                <a:pt x="0" y="490250"/>
              </a:lnTo>
            </a:path>
          </a:pathLst>
        </a:custGeom>
        <a:noFill/>
        <a:ln w="9525" cap="flat" cmpd="sng" algn="ctr">
          <a:solidFill>
            <a:schemeClr val="accent2">
              <a:hueOff val="488613"/>
              <a:satOff val="-7883"/>
              <a:lumOff val="-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6757" y="1600819"/>
        <a:ext cx="141684" cy="5208"/>
      </dsp:txXfrm>
    </dsp:sp>
    <dsp:sp modelId="{1B0E39B4-B692-4DF2-AD54-CF5C5B49B595}">
      <dsp:nvSpPr>
        <dsp:cNvPr id="0" name=""/>
        <dsp:cNvSpPr/>
      </dsp:nvSpPr>
      <dsp:spPr>
        <a:xfrm>
          <a:off x="3918025" y="1357"/>
          <a:ext cx="2264568" cy="1358741"/>
        </a:xfrm>
        <a:prstGeom prst="rect">
          <a:avLst/>
        </a:prstGeom>
        <a:solidFill>
          <a:schemeClr val="accent2">
            <a:hueOff val="390891"/>
            <a:satOff val="-6307"/>
            <a:lumOff val="-109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966" tIns="116478" rIns="110966" bIns="1164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L’écart</a:t>
          </a:r>
          <a:r>
            <a:rPr lang="en-US" sz="1300" kern="1200" dirty="0"/>
            <a:t> de </a:t>
          </a:r>
          <a:r>
            <a:rPr lang="en-US" sz="1300" kern="1200" dirty="0" err="1"/>
            <a:t>rémunération</a:t>
          </a:r>
          <a:r>
            <a:rPr lang="en-US" sz="1300" kern="1200" dirty="0"/>
            <a:t> femmes-hommes</a:t>
          </a:r>
        </a:p>
      </dsp:txBody>
      <dsp:txXfrm>
        <a:off x="3918025" y="1357"/>
        <a:ext cx="2264568" cy="1358741"/>
      </dsp:txXfrm>
    </dsp:sp>
    <dsp:sp modelId="{2DD171D9-657F-44C8-9D2F-94DA4BA3B6AD}">
      <dsp:nvSpPr>
        <dsp:cNvPr id="0" name=""/>
        <dsp:cNvSpPr/>
      </dsp:nvSpPr>
      <dsp:spPr>
        <a:xfrm>
          <a:off x="3395374" y="2514600"/>
          <a:ext cx="490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250" y="45720"/>
              </a:lnTo>
            </a:path>
          </a:pathLst>
        </a:custGeom>
        <a:noFill/>
        <a:ln w="9525" cap="flat" cmpd="sng" algn="ctr">
          <a:solidFill>
            <a:schemeClr val="accent2">
              <a:hueOff val="977227"/>
              <a:satOff val="-15767"/>
              <a:lumOff val="-27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7478" y="2557715"/>
        <a:ext cx="26042" cy="5208"/>
      </dsp:txXfrm>
    </dsp:sp>
    <dsp:sp modelId="{6A65F8A0-D622-4783-8D86-1DB58D7BED03}">
      <dsp:nvSpPr>
        <dsp:cNvPr id="0" name=""/>
        <dsp:cNvSpPr/>
      </dsp:nvSpPr>
      <dsp:spPr>
        <a:xfrm>
          <a:off x="1132605" y="1880949"/>
          <a:ext cx="2264568" cy="1358741"/>
        </a:xfrm>
        <a:prstGeom prst="rect">
          <a:avLst/>
        </a:prstGeom>
        <a:solidFill>
          <a:schemeClr val="accent2">
            <a:hueOff val="781782"/>
            <a:satOff val="-12614"/>
            <a:lumOff val="-21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966" tIns="116478" rIns="110966" bIns="1164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L’écart</a:t>
          </a:r>
          <a:r>
            <a:rPr lang="en-US" sz="1300" kern="1200" dirty="0"/>
            <a:t> de </a:t>
          </a:r>
          <a:r>
            <a:rPr lang="en-US" sz="1300" kern="1200" dirty="0" err="1"/>
            <a:t>répartition</a:t>
          </a:r>
          <a:r>
            <a:rPr lang="en-US" sz="1300" kern="1200" dirty="0"/>
            <a:t> des augmentations </a:t>
          </a:r>
          <a:r>
            <a:rPr lang="en-US" sz="1300" kern="1200" dirty="0" err="1"/>
            <a:t>individuelles</a:t>
          </a:r>
          <a:endParaRPr lang="en-US" sz="1300" kern="1200" dirty="0"/>
        </a:p>
      </dsp:txBody>
      <dsp:txXfrm>
        <a:off x="1132605" y="1880949"/>
        <a:ext cx="2264568" cy="1358741"/>
      </dsp:txXfrm>
    </dsp:sp>
    <dsp:sp modelId="{031F75CE-410C-447C-9290-E3640184F659}">
      <dsp:nvSpPr>
        <dsp:cNvPr id="0" name=""/>
        <dsp:cNvSpPr/>
      </dsp:nvSpPr>
      <dsp:spPr>
        <a:xfrm>
          <a:off x="2264890" y="3237890"/>
          <a:ext cx="2785419" cy="490250"/>
        </a:xfrm>
        <a:custGeom>
          <a:avLst/>
          <a:gdLst/>
          <a:ahLst/>
          <a:cxnLst/>
          <a:rect l="0" t="0" r="0" b="0"/>
          <a:pathLst>
            <a:path>
              <a:moveTo>
                <a:pt x="2785419" y="0"/>
              </a:moveTo>
              <a:lnTo>
                <a:pt x="2785419" y="262225"/>
              </a:lnTo>
              <a:lnTo>
                <a:pt x="0" y="262225"/>
              </a:lnTo>
              <a:lnTo>
                <a:pt x="0" y="490250"/>
              </a:lnTo>
            </a:path>
          </a:pathLst>
        </a:custGeom>
        <a:noFill/>
        <a:ln w="9525" cap="flat" cmpd="sng" algn="ctr">
          <a:solidFill>
            <a:schemeClr val="accent2">
              <a:hueOff val="1465840"/>
              <a:satOff val="-23650"/>
              <a:lumOff val="-41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86757" y="3480411"/>
        <a:ext cx="141684" cy="5208"/>
      </dsp:txXfrm>
    </dsp:sp>
    <dsp:sp modelId="{AD569D83-44FA-4054-AC19-9415319004E6}">
      <dsp:nvSpPr>
        <dsp:cNvPr id="0" name=""/>
        <dsp:cNvSpPr/>
      </dsp:nvSpPr>
      <dsp:spPr>
        <a:xfrm>
          <a:off x="3918025" y="1880949"/>
          <a:ext cx="2264568" cy="1358741"/>
        </a:xfrm>
        <a:prstGeom prst="rect">
          <a:avLst/>
        </a:prstGeom>
        <a:solidFill>
          <a:schemeClr val="accent2">
            <a:hueOff val="1172672"/>
            <a:satOff val="-18920"/>
            <a:lumOff val="-3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966" tIns="116478" rIns="110966" bIns="1164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L’écart</a:t>
          </a:r>
          <a:r>
            <a:rPr lang="en-US" sz="1300" kern="1200" dirty="0"/>
            <a:t> de </a:t>
          </a:r>
          <a:r>
            <a:rPr lang="en-US" sz="1300" kern="1200" dirty="0" err="1"/>
            <a:t>répartition</a:t>
          </a:r>
          <a:r>
            <a:rPr lang="en-US" sz="1300" kern="1200" dirty="0"/>
            <a:t> des promotions (</a:t>
          </a:r>
          <a:r>
            <a:rPr lang="en-US" sz="1300" kern="1200" dirty="0" err="1"/>
            <a:t>uniquement</a:t>
          </a:r>
          <a:r>
            <a:rPr lang="en-US" sz="1300" kern="1200" dirty="0"/>
            <a:t> dans les </a:t>
          </a:r>
          <a:r>
            <a:rPr lang="en-US" sz="1300" kern="1200" dirty="0" err="1"/>
            <a:t>entreprises</a:t>
          </a:r>
          <a:r>
            <a:rPr lang="en-US" sz="1300" kern="1200" dirty="0"/>
            <a:t> de plus de 250 </a:t>
          </a:r>
          <a:r>
            <a:rPr lang="en-US" sz="1300" kern="1200" dirty="0" err="1"/>
            <a:t>salariés</a:t>
          </a:r>
          <a:r>
            <a:rPr lang="en-US" sz="1300" kern="1200" dirty="0"/>
            <a:t>)</a:t>
          </a:r>
        </a:p>
      </dsp:txBody>
      <dsp:txXfrm>
        <a:off x="3918025" y="1880949"/>
        <a:ext cx="2264568" cy="1358741"/>
      </dsp:txXfrm>
    </dsp:sp>
    <dsp:sp modelId="{651FFA85-4FEE-410A-A903-1560311B97BB}">
      <dsp:nvSpPr>
        <dsp:cNvPr id="0" name=""/>
        <dsp:cNvSpPr/>
      </dsp:nvSpPr>
      <dsp:spPr>
        <a:xfrm>
          <a:off x="3395374" y="4394192"/>
          <a:ext cx="4902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250" y="45720"/>
              </a:lnTo>
            </a:path>
          </a:pathLst>
        </a:custGeom>
        <a:noFill/>
        <a:ln w="9525" cap="flat" cmpd="sng" algn="ctr">
          <a:solidFill>
            <a:schemeClr val="accent2">
              <a:hueOff val="1954454"/>
              <a:satOff val="-31534"/>
              <a:lumOff val="-54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27478" y="4437307"/>
        <a:ext cx="26042" cy="5208"/>
      </dsp:txXfrm>
    </dsp:sp>
    <dsp:sp modelId="{F845EFC9-DEC3-49FE-BE40-6160536AF257}">
      <dsp:nvSpPr>
        <dsp:cNvPr id="0" name=""/>
        <dsp:cNvSpPr/>
      </dsp:nvSpPr>
      <dsp:spPr>
        <a:xfrm>
          <a:off x="1132605" y="3760541"/>
          <a:ext cx="2264568" cy="1358741"/>
        </a:xfrm>
        <a:prstGeom prst="rect">
          <a:avLst/>
        </a:prstGeom>
        <a:solidFill>
          <a:schemeClr val="accent2">
            <a:hueOff val="1563563"/>
            <a:satOff val="-25227"/>
            <a:lumOff val="-43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966" tIns="116478" rIns="110966" bIns="1164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Le </a:t>
          </a:r>
          <a:r>
            <a:rPr lang="en-US" sz="1300" kern="1200" dirty="0" err="1"/>
            <a:t>nombre</a:t>
          </a:r>
          <a:r>
            <a:rPr lang="en-US" sz="1300" kern="1200" dirty="0"/>
            <a:t> de </a:t>
          </a:r>
          <a:r>
            <a:rPr lang="en-US" sz="1300" kern="1200" dirty="0" err="1"/>
            <a:t>salariées</a:t>
          </a:r>
          <a:r>
            <a:rPr lang="en-US" sz="1300" kern="1200" dirty="0"/>
            <a:t> </a:t>
          </a:r>
          <a:r>
            <a:rPr lang="en-US" sz="1300" kern="1200" dirty="0" err="1"/>
            <a:t>augmentées</a:t>
          </a:r>
          <a:r>
            <a:rPr lang="en-US" sz="1300" kern="1200" dirty="0"/>
            <a:t> à </a:t>
          </a:r>
          <a:r>
            <a:rPr lang="en-US" sz="1300" kern="1200" dirty="0" err="1"/>
            <a:t>leur</a:t>
          </a:r>
          <a:r>
            <a:rPr lang="en-US" sz="1300" kern="1200" dirty="0"/>
            <a:t> retour de congé de </a:t>
          </a:r>
          <a:r>
            <a:rPr lang="en-US" sz="1300" kern="1200" dirty="0" err="1"/>
            <a:t>maternité</a:t>
          </a:r>
          <a:endParaRPr lang="en-US" sz="1300" kern="1200" dirty="0"/>
        </a:p>
      </dsp:txBody>
      <dsp:txXfrm>
        <a:off x="1132605" y="3760541"/>
        <a:ext cx="2264568" cy="1358741"/>
      </dsp:txXfrm>
    </dsp:sp>
    <dsp:sp modelId="{A7B2BADE-DB8E-48CE-BA5A-B2A67B7A0562}">
      <dsp:nvSpPr>
        <dsp:cNvPr id="0" name=""/>
        <dsp:cNvSpPr/>
      </dsp:nvSpPr>
      <dsp:spPr>
        <a:xfrm>
          <a:off x="3918025" y="3760541"/>
          <a:ext cx="2264568" cy="1358741"/>
        </a:xfrm>
        <a:prstGeom prst="rect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966" tIns="116478" rIns="110966" bIns="1164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La </a:t>
          </a:r>
          <a:r>
            <a:rPr lang="en-US" sz="1300" kern="1200" dirty="0" err="1"/>
            <a:t>parité</a:t>
          </a:r>
          <a:r>
            <a:rPr lang="en-US" sz="1300" kern="1200" dirty="0"/>
            <a:t> </a:t>
          </a:r>
          <a:r>
            <a:rPr lang="en-US" sz="1300" kern="1200" dirty="0" err="1"/>
            <a:t>parmi</a:t>
          </a:r>
          <a:r>
            <a:rPr lang="en-US" sz="1300" kern="1200" dirty="0"/>
            <a:t> les 10 plus </a:t>
          </a:r>
          <a:r>
            <a:rPr lang="en-US" sz="1300" kern="1200" dirty="0" err="1"/>
            <a:t>hautes</a:t>
          </a:r>
          <a:r>
            <a:rPr lang="en-US" sz="1300" kern="1200" dirty="0"/>
            <a:t> </a:t>
          </a:r>
          <a:r>
            <a:rPr lang="en-US" sz="1300" kern="1200" dirty="0" err="1"/>
            <a:t>rémunérations</a:t>
          </a:r>
          <a:endParaRPr lang="en-US" sz="1300" kern="1200" dirty="0"/>
        </a:p>
      </dsp:txBody>
      <dsp:txXfrm>
        <a:off x="3918025" y="3760541"/>
        <a:ext cx="2264568" cy="13587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294CF-D6B3-48CD-9D60-9706AA65BEE0}">
      <dsp:nvSpPr>
        <dsp:cNvPr id="0" name=""/>
        <dsp:cNvSpPr/>
      </dsp:nvSpPr>
      <dsp:spPr>
        <a:xfrm>
          <a:off x="0" y="0"/>
          <a:ext cx="6182613" cy="11192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Pour obligation les entreprises doivent respecter les objectifs chaque année:</a:t>
          </a:r>
          <a:endParaRPr lang="en-US" sz="1900" kern="1200"/>
        </a:p>
      </dsp:txBody>
      <dsp:txXfrm>
        <a:off x="32781" y="32781"/>
        <a:ext cx="4880323" cy="1053649"/>
      </dsp:txXfrm>
    </dsp:sp>
    <dsp:sp modelId="{6E7C22F3-56CD-4BBE-99E8-31BAB44AB3B5}">
      <dsp:nvSpPr>
        <dsp:cNvPr id="0" name=""/>
        <dsp:cNvSpPr/>
      </dsp:nvSpPr>
      <dsp:spPr>
        <a:xfrm>
          <a:off x="517793" y="1322704"/>
          <a:ext cx="6182613" cy="1119211"/>
        </a:xfrm>
        <a:prstGeom prst="roundRect">
          <a:avLst>
            <a:gd name="adj" fmla="val 10000"/>
          </a:avLst>
        </a:prstGeom>
        <a:solidFill>
          <a:schemeClr val="accent2">
            <a:hueOff val="651485"/>
            <a:satOff val="-10511"/>
            <a:lumOff val="-183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 cas d’Index inférieur à 85 points, les entreprises doivent fixer et publier des objectifs de progression de chacun des indicateurs.</a:t>
          </a:r>
        </a:p>
      </dsp:txBody>
      <dsp:txXfrm>
        <a:off x="550574" y="1355485"/>
        <a:ext cx="4871770" cy="1053649"/>
      </dsp:txXfrm>
    </dsp:sp>
    <dsp:sp modelId="{8A1BF866-D20B-4DE4-8186-963D38F345F2}">
      <dsp:nvSpPr>
        <dsp:cNvPr id="0" name=""/>
        <dsp:cNvSpPr/>
      </dsp:nvSpPr>
      <dsp:spPr>
        <a:xfrm>
          <a:off x="1027859" y="2645408"/>
          <a:ext cx="6182613" cy="1119211"/>
        </a:xfrm>
        <a:prstGeom prst="roundRect">
          <a:avLst>
            <a:gd name="adj" fmla="val 10000"/>
          </a:avLst>
        </a:prstGeom>
        <a:solidFill>
          <a:schemeClr val="accent2">
            <a:hueOff val="1302969"/>
            <a:satOff val="-21023"/>
            <a:lumOff val="-366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 cas d’Index inférieur à 75 points, les entreprises doivent publier leurs mesures de correction et de rattrapage.</a:t>
          </a:r>
        </a:p>
      </dsp:txBody>
      <dsp:txXfrm>
        <a:off x="1060640" y="2678189"/>
        <a:ext cx="4879498" cy="1053649"/>
      </dsp:txXfrm>
    </dsp:sp>
    <dsp:sp modelId="{F96E4999-C830-4344-B93F-B354DF86A711}">
      <dsp:nvSpPr>
        <dsp:cNvPr id="0" name=""/>
        <dsp:cNvSpPr/>
      </dsp:nvSpPr>
      <dsp:spPr>
        <a:xfrm>
          <a:off x="1545653" y="3968112"/>
          <a:ext cx="6182613" cy="1119211"/>
        </a:xfrm>
        <a:prstGeom prst="roundRect">
          <a:avLst>
            <a:gd name="adj" fmla="val 10000"/>
          </a:avLst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 l’index est supérieur à 85, l’entreprise respecte l’égalité homme femme</a:t>
          </a:r>
        </a:p>
      </dsp:txBody>
      <dsp:txXfrm>
        <a:off x="1578434" y="4000893"/>
        <a:ext cx="4871770" cy="1053649"/>
      </dsp:txXfrm>
    </dsp:sp>
    <dsp:sp modelId="{2EC7E77A-998A-4DC2-A30C-CF273D8B31AF}">
      <dsp:nvSpPr>
        <dsp:cNvPr id="0" name=""/>
        <dsp:cNvSpPr/>
      </dsp:nvSpPr>
      <dsp:spPr>
        <a:xfrm>
          <a:off x="5455126" y="857214"/>
          <a:ext cx="727487" cy="7274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5618811" y="857214"/>
        <a:ext cx="400117" cy="547434"/>
      </dsp:txXfrm>
    </dsp:sp>
    <dsp:sp modelId="{3060D5D4-01A2-484D-992F-F8C21F4C49A0}">
      <dsp:nvSpPr>
        <dsp:cNvPr id="0" name=""/>
        <dsp:cNvSpPr/>
      </dsp:nvSpPr>
      <dsp:spPr>
        <a:xfrm>
          <a:off x="5972920" y="2179918"/>
          <a:ext cx="727487" cy="7274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04430"/>
            <a:satOff val="-28521"/>
            <a:lumOff val="-2064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1604430"/>
              <a:satOff val="-28521"/>
              <a:lumOff val="-20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6136605" y="2179918"/>
        <a:ext cx="400117" cy="547434"/>
      </dsp:txXfrm>
    </dsp:sp>
    <dsp:sp modelId="{1F8A9031-E8CB-4FAB-92B6-E916FFD878E5}">
      <dsp:nvSpPr>
        <dsp:cNvPr id="0" name=""/>
        <dsp:cNvSpPr/>
      </dsp:nvSpPr>
      <dsp:spPr>
        <a:xfrm>
          <a:off x="6482985" y="3502622"/>
          <a:ext cx="727487" cy="72748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208860"/>
            <a:satOff val="-57041"/>
            <a:lumOff val="-4127"/>
            <a:alphaOff val="0"/>
          </a:schemeClr>
        </a:solidFill>
        <a:ln w="10795" cap="flat" cmpd="sng" algn="ctr">
          <a:solidFill>
            <a:schemeClr val="accent2">
              <a:tint val="40000"/>
              <a:alpha val="90000"/>
              <a:hueOff val="3208860"/>
              <a:satOff val="-57041"/>
              <a:lumOff val="-41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6646670" y="3502622"/>
        <a:ext cx="400117" cy="5474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F652B-FAF7-4071-8CFA-B5476E8CC62F}">
      <dsp:nvSpPr>
        <dsp:cNvPr id="0" name=""/>
        <dsp:cNvSpPr/>
      </dsp:nvSpPr>
      <dsp:spPr>
        <a:xfrm>
          <a:off x="-77114" y="8412"/>
          <a:ext cx="7728267" cy="134340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19AA7-8A50-47E2-89AF-6A4A693B3CB3}">
      <dsp:nvSpPr>
        <dsp:cNvPr id="0" name=""/>
        <dsp:cNvSpPr/>
      </dsp:nvSpPr>
      <dsp:spPr>
        <a:xfrm>
          <a:off x="329264" y="310678"/>
          <a:ext cx="738871" cy="7388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DBA9B-719B-4C15-9420-567A698E5B42}">
      <dsp:nvSpPr>
        <dsp:cNvPr id="0" name=""/>
        <dsp:cNvSpPr/>
      </dsp:nvSpPr>
      <dsp:spPr>
        <a:xfrm>
          <a:off x="1474515" y="8412"/>
          <a:ext cx="6173602" cy="1343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77" tIns="142177" rIns="142177" bIns="14217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Répartition générale proche de l’égalité (1% de différence)</a:t>
          </a:r>
          <a:endParaRPr lang="en-US" sz="1700" kern="1200" dirty="0"/>
        </a:p>
      </dsp:txBody>
      <dsp:txXfrm>
        <a:off x="1474515" y="8412"/>
        <a:ext cx="6173602" cy="1343402"/>
      </dsp:txXfrm>
    </dsp:sp>
    <dsp:sp modelId="{AF9EB31A-2348-4751-9E71-F11F0B57A233}">
      <dsp:nvSpPr>
        <dsp:cNvPr id="0" name=""/>
        <dsp:cNvSpPr/>
      </dsp:nvSpPr>
      <dsp:spPr>
        <a:xfrm>
          <a:off x="-77114" y="1871960"/>
          <a:ext cx="7728267" cy="134340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E73D8-00F1-4F76-B72D-7E3A710D8ECE}">
      <dsp:nvSpPr>
        <dsp:cNvPr id="0" name=""/>
        <dsp:cNvSpPr/>
      </dsp:nvSpPr>
      <dsp:spPr>
        <a:xfrm>
          <a:off x="329264" y="2174226"/>
          <a:ext cx="738871" cy="7388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579F4-5FDF-4817-AA2B-7800F8A8CB5B}">
      <dsp:nvSpPr>
        <dsp:cNvPr id="0" name=""/>
        <dsp:cNvSpPr/>
      </dsp:nvSpPr>
      <dsp:spPr>
        <a:xfrm>
          <a:off x="1156825" y="1867272"/>
          <a:ext cx="3477720" cy="1343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77" tIns="142177" rIns="142177" bIns="14217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Des inégalités sur plusieurs points :</a:t>
          </a:r>
          <a:endParaRPr lang="en-US" sz="1700" kern="1200" dirty="0"/>
        </a:p>
      </dsp:txBody>
      <dsp:txXfrm>
        <a:off x="1156825" y="1867272"/>
        <a:ext cx="3477720" cy="1343402"/>
      </dsp:txXfrm>
    </dsp:sp>
    <dsp:sp modelId="{D47D575F-AA96-4C5B-8460-2893C51496D2}">
      <dsp:nvSpPr>
        <dsp:cNvPr id="0" name=""/>
        <dsp:cNvSpPr/>
      </dsp:nvSpPr>
      <dsp:spPr>
        <a:xfrm>
          <a:off x="4532661" y="1682977"/>
          <a:ext cx="3010410" cy="1711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77" tIns="142177" rIns="142177" bIns="14217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Répartition inégale des employés dans les différents services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Les femmes en CDD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Augmentations inégales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Salaires inégaux surtout tranche 20-30 ans 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Ancienneté inégale</a:t>
          </a:r>
          <a:endParaRPr lang="en-US" sz="1100" kern="1200" dirty="0"/>
        </a:p>
      </dsp:txBody>
      <dsp:txXfrm>
        <a:off x="4532661" y="1682977"/>
        <a:ext cx="3010410" cy="1711991"/>
      </dsp:txXfrm>
    </dsp:sp>
    <dsp:sp modelId="{BFFE0D95-AD47-4295-9D8A-DAFB3C02C36B}">
      <dsp:nvSpPr>
        <dsp:cNvPr id="0" name=""/>
        <dsp:cNvSpPr/>
      </dsp:nvSpPr>
      <dsp:spPr>
        <a:xfrm>
          <a:off x="-77114" y="3735508"/>
          <a:ext cx="7728267" cy="134340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56EC3-F2B3-4008-A4C2-C3A5E0B1EB9C}">
      <dsp:nvSpPr>
        <dsp:cNvPr id="0" name=""/>
        <dsp:cNvSpPr/>
      </dsp:nvSpPr>
      <dsp:spPr>
        <a:xfrm>
          <a:off x="329264" y="4037774"/>
          <a:ext cx="738871" cy="7388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39734-62E1-4200-807D-6DA0C98C3B05}">
      <dsp:nvSpPr>
        <dsp:cNvPr id="0" name=""/>
        <dsp:cNvSpPr/>
      </dsp:nvSpPr>
      <dsp:spPr>
        <a:xfrm>
          <a:off x="1202228" y="3743921"/>
          <a:ext cx="2001173" cy="1343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177" tIns="142177" rIns="142177" bIns="142177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Recommandation</a:t>
          </a:r>
          <a:r>
            <a:rPr lang="en-US" sz="1700" kern="1200" dirty="0"/>
            <a:t> :</a:t>
          </a:r>
        </a:p>
        <a:p>
          <a:pPr marL="0" lvl="0" indent="0" algn="l" defTabSz="755650"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700" kern="1200" dirty="0"/>
        </a:p>
      </dsp:txBody>
      <dsp:txXfrm>
        <a:off x="1202228" y="3743921"/>
        <a:ext cx="2001173" cy="1343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144F5-B92F-40D5-B18C-E6919488085F}" type="datetimeFigureOut">
              <a:rPr lang="fr-FR" smtClean="0"/>
              <a:t>25/12/2024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1FE38-C58E-4507-9802-C1829A6FA4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967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85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918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FFA9-D4CA-4F5A-9EE4-FF0161EF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291C282-4345-A53E-27C6-ABDE59342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B1566A-4911-7059-E822-AE8993E5F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0F2C89-0DD8-DBC4-9C09-CFADF189C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255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Cambria" panose="02040503050406030204" pitchFamily="18" charset="0"/>
                <a:sym typeface="Wingdings" pitchFamily="2" charset="2"/>
              </a:rPr>
              <a:t>Nous retrouvons dans l’outil KNIME un workflow par axe d’analyse avec un ou plusieurs indicateurs.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Cambria" panose="02040503050406030204" pitchFamily="18" charset="0"/>
                <a:sym typeface="Wingdings" pitchFamily="2" charset="2"/>
              </a:rPr>
              <a:t>Nous voyons que pour développer un indicateur nous avons un enchainement de </a:t>
            </a:r>
            <a:r>
              <a:rPr lang="fr-FR" sz="1200" dirty="0" err="1">
                <a:latin typeface="Cambria" panose="02040503050406030204" pitchFamily="18" charset="0"/>
                <a:sym typeface="Wingdings" pitchFamily="2" charset="2"/>
              </a:rPr>
              <a:t>nodes</a:t>
            </a:r>
            <a:r>
              <a:rPr lang="fr-FR" sz="1200" dirty="0">
                <a:latin typeface="Cambria" panose="02040503050406030204" pitchFamily="18" charset="0"/>
                <a:sym typeface="Wingdings" pitchFamily="2" charset="2"/>
              </a:rPr>
              <a:t> donc de transformation de la donnée pour arriver à  nos graphiques. (Parcourir, exemple de graphique…)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446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971F-4FE8-1A82-FF84-F416BEA1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5AB6A0-96CC-4B08-863C-A36CED70E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22B0736-BAD5-B17C-C546-CE99FAE0C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Cambria" panose="02040503050406030204" pitchFamily="18" charset="0"/>
                <a:sym typeface="Wingdings" pitchFamily="2" charset="2"/>
              </a:rPr>
              <a:t>Nous retrouvons dans l’outil KNIME un workflow par axe d’analyse avec un ou plusieurs indicateurs.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Cambria" panose="02040503050406030204" pitchFamily="18" charset="0"/>
                <a:sym typeface="Wingdings" pitchFamily="2" charset="2"/>
              </a:rPr>
              <a:t>Nous voyons que pour développer un indicateur nous avons un enchainement de </a:t>
            </a:r>
            <a:r>
              <a:rPr lang="fr-FR" sz="1200" dirty="0" err="1">
                <a:latin typeface="Cambria" panose="02040503050406030204" pitchFamily="18" charset="0"/>
                <a:sym typeface="Wingdings" pitchFamily="2" charset="2"/>
              </a:rPr>
              <a:t>nodes</a:t>
            </a:r>
            <a:r>
              <a:rPr lang="fr-FR" sz="1200" dirty="0">
                <a:latin typeface="Cambria" panose="02040503050406030204" pitchFamily="18" charset="0"/>
                <a:sym typeface="Wingdings" pitchFamily="2" charset="2"/>
              </a:rPr>
              <a:t> donc de transformation de la donnée pour arriver à  nos graphiques. (Parcourir, exemple de graphique…)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5C443B-7658-BEAA-7416-86E2597ED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787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42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584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616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117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850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83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5176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FR" sz="1200" dirty="0">
              <a:latin typeface="Cambria" panose="020405030504060302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885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567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8896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473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585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730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97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5031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1FE38-C58E-4507-9802-C1829A6FA499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164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18BB0-C434-42A4-9ACD-A4CAC700E75B}" type="datetime1">
              <a:rPr lang="fr-FR" smtClean="0"/>
              <a:t>25/12/2024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14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C19C-B55B-44AC-BD23-4DF15633CFD3}" type="datetime1">
              <a:rPr lang="fr-FR" smtClean="0"/>
              <a:t>25/12/2024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238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B4BB4-D83E-4838-99D2-2081CC2E4419}" type="datetime1">
              <a:rPr lang="fr-FR" smtClean="0"/>
              <a:t>25/12/2024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426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963B-DB08-4781-971A-CDD15E74CFE9}" type="datetime1">
              <a:rPr lang="fr-FR" smtClean="0"/>
              <a:t>25/12/2024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517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F635-161C-453A-85C8-00672334CC27}" type="datetime1">
              <a:rPr lang="fr-FR" smtClean="0"/>
              <a:t>25/12/2024</a:t>
            </a:fld>
            <a:endParaRPr lang="fr-F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36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3813C-7422-41C3-9BA3-C0EEBB8E1E44}" type="datetime1">
              <a:rPr lang="fr-FR" smtClean="0"/>
              <a:t>25/12/2024</a:t>
            </a:fld>
            <a:endParaRPr lang="fr-F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46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C637B-DAB2-4921-9B9D-E5E3436A8E51}" type="datetime1">
              <a:rPr lang="fr-FR" smtClean="0"/>
              <a:t>25/12/2024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694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C675-14F6-42C0-A001-751EB0CC5709}" type="datetime1">
              <a:rPr lang="fr-FR" smtClean="0"/>
              <a:t>25/12/2024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921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B2BDC-70CA-444B-B839-E3B49CCB0872}" type="datetime1">
              <a:rPr lang="fr-FR" smtClean="0"/>
              <a:t>25/12/2024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15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F9E3-60AD-4E1D-8422-A68D2182C5CC}" type="datetime1">
              <a:rPr lang="fr-FR" smtClean="0"/>
              <a:t>25/12/2024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07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15FCE-1E17-4087-B74D-5B516067EE6C}" type="datetime1">
              <a:rPr lang="fr-FR" smtClean="0"/>
              <a:t>25/12/2024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2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340675B-DD10-4EDB-B87A-A040AA4A2C00}" type="datetime1">
              <a:rPr lang="fr-FR" smtClean="0"/>
              <a:t>25/12/2024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27B14A7-FF35-4BFF-B315-31CF096B8B8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5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3" r:id="rId1"/>
    <p:sldLayoutId id="2147484744" r:id="rId2"/>
    <p:sldLayoutId id="2147484745" r:id="rId3"/>
    <p:sldLayoutId id="2147484746" r:id="rId4"/>
    <p:sldLayoutId id="2147484747" r:id="rId5"/>
    <p:sldLayoutId id="2147484748" r:id="rId6"/>
    <p:sldLayoutId id="2147484749" r:id="rId7"/>
    <p:sldLayoutId id="2147484750" r:id="rId8"/>
    <p:sldLayoutId id="2147484751" r:id="rId9"/>
    <p:sldLayoutId id="2147484752" r:id="rId10"/>
    <p:sldLayoutId id="21474847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6608963" cy="3352800"/>
          </a:xfrm>
        </p:spPr>
        <p:txBody>
          <a:bodyPr>
            <a:normAutofit fontScale="90000"/>
          </a:bodyPr>
          <a:lstStyle/>
          <a:p>
            <a:r>
              <a:rPr lang="fr-FR" sz="6200" b="1"/>
              <a:t>Analysez des indicateurs de l'égalité femme-homme avec </a:t>
            </a:r>
            <a:r>
              <a:rPr lang="fr-FR" sz="6200" b="1" err="1"/>
              <a:t>Knime</a:t>
            </a:r>
            <a:endParaRPr lang="fr-FR" sz="6200" b="1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3895CCE-A674-4A78-931D-1E09C94F6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408" y="2319794"/>
            <a:ext cx="3352128" cy="1859818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AA7359-5D71-5AFD-2FA6-939A2ADD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00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65CBE95-B7FA-8C96-6227-65DFF77610EB}"/>
              </a:ext>
            </a:extLst>
          </p:cNvPr>
          <p:cNvSpPr txBox="1"/>
          <p:nvPr/>
        </p:nvSpPr>
        <p:spPr>
          <a:xfrm>
            <a:off x="3942955" y="893321"/>
            <a:ext cx="1845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77"/>
              </a:rPr>
              <a:t>OBJECTIFS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620092-384E-62CA-C2C6-E20A67D56065}"/>
              </a:ext>
            </a:extLst>
          </p:cNvPr>
          <p:cNvSpPr/>
          <p:nvPr/>
        </p:nvSpPr>
        <p:spPr>
          <a:xfrm>
            <a:off x="6486525" y="862196"/>
            <a:ext cx="3519590" cy="54976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50" dirty="0">
                <a:solidFill>
                  <a:srgbClr val="71716E"/>
                </a:solidFill>
                <a:latin typeface="Montserrat" pitchFamily="2" charset="77"/>
              </a:rPr>
              <a:t>Présenter les indicateurs d’égalité Femme-Homme à l’aide du logiciel KNIME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0691CD-829C-5BE5-AA52-1F3A16C71373}"/>
              </a:ext>
            </a:extLst>
          </p:cNvPr>
          <p:cNvSpPr/>
          <p:nvPr/>
        </p:nvSpPr>
        <p:spPr>
          <a:xfrm>
            <a:off x="6486525" y="1501985"/>
            <a:ext cx="3297767" cy="54976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50" dirty="0">
                <a:solidFill>
                  <a:srgbClr val="71716E"/>
                </a:solidFill>
                <a:latin typeface="Montserrat" pitchFamily="2" charset="77"/>
              </a:rPr>
              <a:t>Préparer un fichier CSV utilisable en prenant garde à respecter le RGPD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36D717-BEA8-94F3-768A-EB73BEE951C8}"/>
              </a:ext>
            </a:extLst>
          </p:cNvPr>
          <p:cNvSpPr txBox="1"/>
          <p:nvPr/>
        </p:nvSpPr>
        <p:spPr>
          <a:xfrm>
            <a:off x="6222098" y="868358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  <a:latin typeface="Montserrat" pitchFamily="2" charset="77"/>
              </a:rPr>
              <a:t>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227E531-6E07-7AD5-1276-EA0B63545568}"/>
              </a:ext>
            </a:extLst>
          </p:cNvPr>
          <p:cNvSpPr txBox="1"/>
          <p:nvPr/>
        </p:nvSpPr>
        <p:spPr>
          <a:xfrm>
            <a:off x="6222098" y="149461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3628D0D-C7EC-6262-F335-6AD40499AD08}"/>
              </a:ext>
            </a:extLst>
          </p:cNvPr>
          <p:cNvSpPr txBox="1"/>
          <p:nvPr/>
        </p:nvSpPr>
        <p:spPr>
          <a:xfrm>
            <a:off x="4250870" y="4219030"/>
            <a:ext cx="1845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Montserrat" pitchFamily="2" charset="77"/>
              </a:defRPr>
            </a:lvl1pPr>
          </a:lstStyle>
          <a:p>
            <a:r>
              <a:rPr lang="fr-FR" dirty="0"/>
              <a:t>ANALYSE :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678AF13-FB41-67FD-D122-B5B15400E9E3}"/>
              </a:ext>
            </a:extLst>
          </p:cNvPr>
          <p:cNvSpPr txBox="1"/>
          <p:nvPr/>
        </p:nvSpPr>
        <p:spPr>
          <a:xfrm>
            <a:off x="6205313" y="2868809"/>
            <a:ext cx="35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71716E"/>
                </a:solidFill>
              </a:rPr>
              <a:t>Quels indicateurs choisir pour montrer la situation de l’entreprise ?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E3B430A-2EC9-4FA4-2219-9A8813FE5980}"/>
              </a:ext>
            </a:extLst>
          </p:cNvPr>
          <p:cNvSpPr txBox="1"/>
          <p:nvPr/>
        </p:nvSpPr>
        <p:spPr>
          <a:xfrm>
            <a:off x="3942955" y="2837647"/>
            <a:ext cx="1845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Montserrat" pitchFamily="2" charset="77"/>
              </a:rPr>
              <a:t>QUESTIONS :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BFD2EA9-3328-2001-9E26-86766F2B6ECB}"/>
              </a:ext>
            </a:extLst>
          </p:cNvPr>
          <p:cNvSpPr txBox="1"/>
          <p:nvPr/>
        </p:nvSpPr>
        <p:spPr>
          <a:xfrm>
            <a:off x="6222098" y="3429962"/>
            <a:ext cx="3246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71716E"/>
                </a:solidFill>
              </a:rPr>
              <a:t>Quelles sont les règles RGPD à mettre en place avant de publier les graphiques/fichier csv 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3A46D5E-70F8-524E-A29B-1A16C3F5D2C5}"/>
              </a:ext>
            </a:extLst>
          </p:cNvPr>
          <p:cNvSpPr txBox="1"/>
          <p:nvPr/>
        </p:nvSpPr>
        <p:spPr>
          <a:xfrm>
            <a:off x="6222098" y="2120864"/>
            <a:ext cx="367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1"/>
                </a:solidFill>
                <a:latin typeface="Montserrat" pitchFamily="2" charset="77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094B29-09EF-CC7D-080B-5A0A98209FA9}"/>
              </a:ext>
            </a:extLst>
          </p:cNvPr>
          <p:cNvSpPr/>
          <p:nvPr/>
        </p:nvSpPr>
        <p:spPr>
          <a:xfrm>
            <a:off x="6456184" y="2161418"/>
            <a:ext cx="3297767" cy="30739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050" dirty="0">
                <a:solidFill>
                  <a:srgbClr val="71716E"/>
                </a:solidFill>
                <a:latin typeface="Montserrat" pitchFamily="2" charset="77"/>
              </a:rPr>
              <a:t>Présentation du RGPD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6FD3C81-07C3-156F-F74F-19EBC6D91E48}"/>
              </a:ext>
            </a:extLst>
          </p:cNvPr>
          <p:cNvSpPr txBox="1"/>
          <p:nvPr/>
        </p:nvSpPr>
        <p:spPr>
          <a:xfrm>
            <a:off x="6139365" y="4246498"/>
            <a:ext cx="39314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1/Analyser les données :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Sur la répartition des effectifs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rgbClr val="71716E"/>
                </a:solidFill>
                <a:latin typeface="Söhne"/>
              </a:rPr>
              <a:t>D</a:t>
            </a:r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es types de contrats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Des salaires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rgbClr val="71716E"/>
                </a:solidFill>
                <a:latin typeface="Söhne"/>
              </a:rPr>
              <a:t>D</a:t>
            </a:r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es promotions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fr-FR" sz="1200" dirty="0">
                <a:solidFill>
                  <a:srgbClr val="71716E"/>
                </a:solidFill>
                <a:latin typeface="Söhne"/>
              </a:rPr>
              <a:t>D</a:t>
            </a:r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es augmentations salariales par service et par sexe</a:t>
            </a:r>
          </a:p>
          <a:p>
            <a:endParaRPr lang="fr-FR" sz="1200" dirty="0">
              <a:solidFill>
                <a:srgbClr val="71716E"/>
              </a:solidFill>
              <a:latin typeface="Söhne"/>
            </a:endParaRPr>
          </a:p>
          <a:p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2/Etablir un score d’égalité femmes/hommes</a:t>
            </a:r>
          </a:p>
          <a:p>
            <a:endParaRPr lang="fr-FR" sz="1200" dirty="0">
              <a:solidFill>
                <a:srgbClr val="71716E"/>
              </a:solidFill>
              <a:latin typeface="Söhne"/>
            </a:endParaRPr>
          </a:p>
          <a:p>
            <a:r>
              <a:rPr lang="fr-FR" sz="1200" b="0" i="0" u="none" strike="noStrike" dirty="0">
                <a:solidFill>
                  <a:srgbClr val="71716E"/>
                </a:solidFill>
                <a:effectLst/>
                <a:latin typeface="Söhne"/>
              </a:rPr>
              <a:t>3/Conclusion des analyses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4B54037-99F3-5648-A0A7-4DFA4B51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  <a:br>
              <a:rPr lang="fr-FR" dirty="0"/>
            </a:b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76EACF-6721-FC1F-06C8-D3503DDB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13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spc="-6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Le plan de la séquence  </a:t>
            </a:r>
          </a:p>
        </p:txBody>
      </p:sp>
      <p:graphicFrame>
        <p:nvGraphicFramePr>
          <p:cNvPr id="3" name="Diagramme 2"/>
          <p:cNvGraphicFramePr/>
          <p:nvPr>
            <p:extLst>
              <p:ext uri="{D42A27DB-BD31-4B8C-83A1-F6EECF244321}">
                <p14:modId xmlns:p14="http://schemas.microsoft.com/office/powerpoint/2010/main" val="1237669994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124852F-1926-11AD-22A2-9F9683FB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032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0" y="936712"/>
            <a:ext cx="6029325" cy="116831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1.0 </a:t>
            </a:r>
            <a:r>
              <a:rPr lang="en-US" sz="4400" b="1" spc="-120" dirty="0" err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Préparation</a:t>
            </a:r>
            <a:r>
              <a:rPr lang="en-US" sz="44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des données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5990" y="3659220"/>
            <a:ext cx="435591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3 fichiers de données :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Info Pro</a:t>
            </a:r>
          </a:p>
          <a:p>
            <a:pPr marL="457200" indent="-45720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Rémunération </a:t>
            </a:r>
          </a:p>
          <a:p>
            <a:pPr marL="457200" indent="-45720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Salarié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22F0F3B-0EE0-C8B5-E64B-423D6197E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08" y="3049358"/>
            <a:ext cx="1011946" cy="287193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2ED3232-09BC-EA70-0E76-7F665052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B3F9C1A-3422-7454-564D-D86183F066AD}"/>
              </a:ext>
            </a:extLst>
          </p:cNvPr>
          <p:cNvSpPr txBox="1"/>
          <p:nvPr/>
        </p:nvSpPr>
        <p:spPr>
          <a:xfrm>
            <a:off x="8324045" y="2610422"/>
            <a:ext cx="3463248" cy="1637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1°) </a:t>
            </a:r>
            <a:r>
              <a:rPr lang="en-US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Nettoyage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de la donnée</a:t>
            </a:r>
          </a:p>
          <a:p>
            <a:pPr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40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manquantes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doublons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format (conversion </a:t>
            </a:r>
            <a:r>
              <a:rPr lang="en-US" sz="1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31AB530-C2B8-FBE6-0EC3-F122DDA2F4DB}"/>
              </a:ext>
            </a:extLst>
          </p:cNvPr>
          <p:cNvSpPr txBox="1"/>
          <p:nvPr/>
        </p:nvSpPr>
        <p:spPr>
          <a:xfrm>
            <a:off x="8514103" y="4654159"/>
            <a:ext cx="327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2°) Enrichir la donnée</a:t>
            </a:r>
          </a:p>
          <a:p>
            <a:pPr>
              <a:spcAft>
                <a:spcPts val="600"/>
              </a:spcAft>
            </a:pPr>
            <a:endParaRPr lang="fr-FR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Filtrage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Formatage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Ajout des nouveaux champs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53C5F84-BDCC-E7F8-9F6D-8A7C5EB2E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909" y="2265309"/>
            <a:ext cx="3385051" cy="406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4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1E6BA-BD19-9265-C285-C6C9C922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3CD0C53-56AB-CE94-4416-45012F5B6CD5}"/>
              </a:ext>
            </a:extLst>
          </p:cNvPr>
          <p:cNvSpPr txBox="1"/>
          <p:nvPr/>
        </p:nvSpPr>
        <p:spPr>
          <a:xfrm>
            <a:off x="0" y="936712"/>
            <a:ext cx="6029325" cy="116831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1.1 </a:t>
            </a:r>
            <a:r>
              <a:rPr lang="en-US" sz="4400" b="1" spc="-120" dirty="0" err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Préparation</a:t>
            </a:r>
            <a:r>
              <a:rPr lang="en-US" sz="44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des données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DB5EAFA-5A86-75F9-5146-05E8FC5E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5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7F5872E-EDAB-D41F-49A4-B991AF34AD63}"/>
              </a:ext>
            </a:extLst>
          </p:cNvPr>
          <p:cNvSpPr txBox="1"/>
          <p:nvPr/>
        </p:nvSpPr>
        <p:spPr>
          <a:xfrm>
            <a:off x="221193" y="2458085"/>
            <a:ext cx="2293408" cy="3647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Nos deux jointures :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en-US" b="1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jointure</a:t>
            </a:r>
          </a:p>
          <a:p>
            <a:pPr marL="4572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2eme jointure</a:t>
            </a:r>
          </a:p>
          <a:p>
            <a:pPr marL="4572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FFDF37E-FCCE-1402-3613-F501D8AB7F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684" b="17179"/>
          <a:stretch/>
        </p:blipFill>
        <p:spPr>
          <a:xfrm>
            <a:off x="2874645" y="3070606"/>
            <a:ext cx="1643770" cy="242239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82A3DEAF-3442-6895-65DD-57FF24DAEAA4}"/>
              </a:ext>
            </a:extLst>
          </p:cNvPr>
          <p:cNvSpPr txBox="1"/>
          <p:nvPr/>
        </p:nvSpPr>
        <p:spPr>
          <a:xfrm>
            <a:off x="5183717" y="3142234"/>
            <a:ext cx="2988733" cy="2279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Sauvegarde</a:t>
            </a:r>
            <a:r>
              <a:rPr lang="en-US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du </a:t>
            </a:r>
            <a:r>
              <a:rPr lang="en-US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fichier</a:t>
            </a:r>
            <a:r>
              <a:rPr lang="en-US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Enregistrement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 table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fichier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csv</a:t>
            </a:r>
          </a:p>
          <a:p>
            <a:pPr marL="4572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82AB752-E69B-A6E5-D223-707FF9591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738" y="2506345"/>
            <a:ext cx="2264354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6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87970B-F247-BF97-9DE8-032C439E5119}"/>
              </a:ext>
            </a:extLst>
          </p:cNvPr>
          <p:cNvSpPr txBox="1"/>
          <p:nvPr/>
        </p:nvSpPr>
        <p:spPr>
          <a:xfrm>
            <a:off x="643467" y="1298448"/>
            <a:ext cx="3685070" cy="3255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spc="-100">
                <a:solidFill>
                  <a:srgbClr val="FFFFFF"/>
                </a:solidFill>
                <a:effectLst>
                  <a:outerShdw blurRad="127000" dist="50800" dir="5400000" algn="ctr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IMPORT TEST SUR PYTHON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6BCB91-CB49-54C0-29D9-5B7DAF86C5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747" b="-2"/>
          <a:stretch/>
        </p:blipFill>
        <p:spPr>
          <a:xfrm>
            <a:off x="5120640" y="759599"/>
            <a:ext cx="6367271" cy="53306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2E6522-2FE1-C3B5-13EC-A8D621EE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7B14A7-FF35-4BFF-B315-31CF096B8B8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9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34701-E142-E81A-4DD4-09021D18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D2D9A09-B8DA-ACE0-A082-559186D7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587830"/>
            <a:ext cx="6662540" cy="59342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DB1BBF-40FB-C236-4C43-42AB3C1F9558}"/>
              </a:ext>
            </a:extLst>
          </p:cNvPr>
          <p:cNvSpPr txBox="1"/>
          <p:nvPr/>
        </p:nvSpPr>
        <p:spPr>
          <a:xfrm>
            <a:off x="7662277" y="2459504"/>
            <a:ext cx="3895724" cy="193899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  <a:effectLst>
                  <a:outerShdw blurRad="127000" dist="50800" dir="5400000" algn="ctr" rotWithShape="0">
                    <a:srgbClr val="000000">
                      <a:alpha val="43000"/>
                    </a:srgbClr>
                  </a:outerShdw>
                </a:effectLst>
                <a:latin typeface="+mj-lt"/>
              </a:rPr>
              <a:t>FILTRE ET VISUALISATION DES DONNEES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D53EA6-A273-1009-D615-371DCA10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66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06298" y="639763"/>
            <a:ext cx="3997693" cy="54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Les 5 grands principes RGPD</a:t>
            </a:r>
          </a:p>
        </p:txBody>
      </p:sp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1508281821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19145A-B4AC-27A1-97E1-FFE5BEFD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44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F645BF8-7885-4398-80BC-4C0DF24F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212FB65-CD2B-4005-B910-132DCE19F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AA9771-3FA2-0240-89AA-2916CFDD6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248" y="1123837"/>
            <a:ext cx="6451110" cy="12554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u="sng" spc="-60"/>
              <a:t>Anonymization</a:t>
            </a:r>
          </a:p>
        </p:txBody>
      </p:sp>
      <p:sp>
        <p:nvSpPr>
          <p:cNvPr id="33" name="Titre 1">
            <a:extLst>
              <a:ext uri="{FF2B5EF4-FFF2-40B4-BE49-F238E27FC236}">
                <a16:creationId xmlns:a16="http://schemas.microsoft.com/office/drawing/2014/main" id="{3C0B17D0-B846-1644-A381-30ADDF227C7A}"/>
              </a:ext>
            </a:extLst>
          </p:cNvPr>
          <p:cNvSpPr txBox="1">
            <a:spLocks/>
          </p:cNvSpPr>
          <p:nvPr/>
        </p:nvSpPr>
        <p:spPr>
          <a:xfrm>
            <a:off x="289248" y="2510395"/>
            <a:ext cx="6451109" cy="3274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b="1" u="sng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On retire les colonnes suivantes: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b="1" u="sng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Image 4" descr="Une image contenant texte, Police, nombre, capture d’écran&#10;&#10;Description générée automatiquement">
            <a:extLst>
              <a:ext uri="{FF2B5EF4-FFF2-40B4-BE49-F238E27FC236}">
                <a16:creationId xmlns:a16="http://schemas.microsoft.com/office/drawing/2014/main" id="{FB4EFDAD-07C3-E4CA-B34A-52E97FC3C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371"/>
          <a:stretch/>
        </p:blipFill>
        <p:spPr>
          <a:xfrm>
            <a:off x="7633462" y="758953"/>
            <a:ext cx="3617249" cy="533065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217011-7D5F-B2EA-9531-F659AA00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3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8C7729C-432A-B4A7-4911-14A14B357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203031" cy="685800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5DDA26E-34D7-2199-707D-19F4AB21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6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B86EEAC6-011F-4499-ACFF-2FDC742DB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970F14D-B6E6-40EA-96B4-4E18D0CF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97130" y="754144"/>
            <a:ext cx="7865196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3" name="ZoneTexte 50">
            <a:extLst>
              <a:ext uri="{FF2B5EF4-FFF2-40B4-BE49-F238E27FC236}">
                <a16:creationId xmlns:a16="http://schemas.microsoft.com/office/drawing/2014/main" id="{EAACD84F-33FD-A9E1-76CA-CEF3AF038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128313"/>
              </p:ext>
            </p:extLst>
          </p:nvPr>
        </p:nvGraphicFramePr>
        <p:xfrm>
          <a:off x="3869268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D53F8B8-A2A4-EC10-828F-34E2BB56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400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16" name="ZoneTexte 6">
            <a:extLst>
              <a:ext uri="{FF2B5EF4-FFF2-40B4-BE49-F238E27FC236}">
                <a16:creationId xmlns:a16="http://schemas.microsoft.com/office/drawing/2014/main" id="{8713EB15-9617-0BDA-CEAC-849F3A0FBE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098849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CE05B89-6B10-F75F-C79A-F4AFF06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19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3504" y="770467"/>
            <a:ext cx="4205568" cy="335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 spc="-120" baseline="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Notre </a:t>
            </a:r>
            <a:r>
              <a:rPr lang="en-US" sz="7200" b="1" kern="1200" spc="-120" baseline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entreprise</a:t>
            </a:r>
            <a:endParaRPr lang="en-US" sz="7200" kern="1200" spc="-120" baseline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8F740F2-257B-0D87-242C-035FC168D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620" y="926691"/>
            <a:ext cx="6331233" cy="4730531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6B08A55-7C41-61B8-90E9-9F67D0E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88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069848" y="4590661"/>
            <a:ext cx="10210862" cy="10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b="1" spc="-1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Embauche</a:t>
            </a:r>
            <a:endParaRPr lang="en-US" sz="5900" spc="-1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Image 7" descr="Une image contenant texte, capture d’écran, diagramme, Rectangle&#10;&#10;Description générée automatiquement">
            <a:extLst>
              <a:ext uri="{FF2B5EF4-FFF2-40B4-BE49-F238E27FC236}">
                <a16:creationId xmlns:a16="http://schemas.microsoft.com/office/drawing/2014/main" id="{4CAD3202-CB6B-8FF6-E430-782B3FAF4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04" y="484632"/>
            <a:ext cx="4774167" cy="3556755"/>
          </a:xfrm>
          <a:prstGeom prst="rect">
            <a:avLst/>
          </a:prstGeom>
        </p:spPr>
      </p:pic>
      <p:pic>
        <p:nvPicPr>
          <p:cNvPr id="3" name="Image 2" descr="Une image contenant texte, capture d’écran, diagramme, Tracé&#10;&#10;Description générée automatiquement">
            <a:extLst>
              <a:ext uri="{FF2B5EF4-FFF2-40B4-BE49-F238E27FC236}">
                <a16:creationId xmlns:a16="http://schemas.microsoft.com/office/drawing/2014/main" id="{F6994681-05CA-271E-DE63-20CF0AF4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231" y="357540"/>
            <a:ext cx="4716665" cy="3749749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8EDB66-3166-37D2-5D0E-CD8C49ED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7B14A7-FF35-4BFF-B315-31CF096B8B82}" type="slidenum">
              <a:rPr lang="en-US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14</a:t>
            </a:fld>
            <a:endParaRPr lang="en-US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977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3214" y="770467"/>
            <a:ext cx="3737341" cy="335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 dirty="0" err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Embauche</a:t>
            </a:r>
            <a:endParaRPr lang="en-US" sz="6000" spc="-12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DD213DA-B5C0-2DC3-2781-8A36703EB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410" y="474785"/>
            <a:ext cx="7462590" cy="590843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A56F9B6-F48F-C025-739A-6BF1882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708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875682-0790-427D-9A23-4B7265F0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DE4AAE-4785-4EA7-95DB-45200F5B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069848" y="4590661"/>
            <a:ext cx="10210862" cy="10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b="1" spc="-1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Promotion</a:t>
            </a:r>
            <a:endParaRPr lang="en-US" sz="5900" spc="-1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81345A5-26CF-5D5D-DF39-1ECC9FF2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7B14A7-FF35-4BFF-B315-31CF096B8B82}" type="slidenum">
              <a:rPr lang="en-US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16</a:t>
            </a:fld>
            <a:endParaRPr lang="en-US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A41033B-444F-FC45-8691-5D45E3F2F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09" y="399904"/>
            <a:ext cx="4859662" cy="362415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366C0B7-C3A1-5B1C-EC53-928E33234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015" y="280791"/>
            <a:ext cx="5191381" cy="387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1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069848" y="4590661"/>
            <a:ext cx="10210862" cy="10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b="1" spc="-1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Promotion</a:t>
            </a:r>
            <a:endParaRPr lang="en-US" sz="5900" spc="-1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F4FACA-DD69-639A-688F-E07B0DDE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97" y="227170"/>
            <a:ext cx="4882032" cy="371034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470DB87-B3A6-2BA0-DA1B-2C51389B1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678" y="227170"/>
            <a:ext cx="4777338" cy="380992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A5A80E-BABE-DD8F-CF10-1467CDDF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7B14A7-FF35-4BFF-B315-31CF096B8B82}" type="slidenum">
              <a:rPr lang="en-US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17</a:t>
            </a:fld>
            <a:endParaRPr lang="en-US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328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069848" y="4590661"/>
            <a:ext cx="10210862" cy="10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b="1" spc="-1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Qualification</a:t>
            </a:r>
            <a:endParaRPr lang="en-US" sz="5900" spc="-1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D17EC4-A008-C895-1C5D-89D8E2DC3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91" y="337927"/>
            <a:ext cx="4784351" cy="380356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FCB96B8-8458-4967-0507-AD3A674E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7B14A7-FF35-4BFF-B315-31CF096B8B82}" type="slidenum">
              <a:rPr lang="en-US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18</a:t>
            </a:fld>
            <a:endParaRPr lang="en-US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7F9EEF5-27DC-D57D-B183-E76579D81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357" y="165419"/>
            <a:ext cx="4970945" cy="398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65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616" y="770467"/>
            <a:ext cx="3757940" cy="335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Conditions de travail</a:t>
            </a:r>
            <a:endParaRPr lang="en-US" sz="6000" spc="-12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7A79241-BDFB-BD10-8C90-DE3B6501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219" y="574560"/>
            <a:ext cx="7220617" cy="570888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D22DD15-71BB-0121-AE38-15F0FB9B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2644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3504" y="770467"/>
            <a:ext cx="3467051" cy="335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Sécurité et santé au travail </a:t>
            </a:r>
            <a:endParaRPr lang="en-US" sz="6000" spc="-12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5A3A57-A8E0-7F2A-98CB-12B212C0D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944" y="581471"/>
            <a:ext cx="7155167" cy="5695057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C2FFB9-E700-FB22-FAFE-9B9B402D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451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069848" y="4590661"/>
            <a:ext cx="10210862" cy="10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900" b="1" spc="-100" dirty="0" err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Rémunération</a:t>
            </a:r>
            <a:r>
              <a:rPr lang="en-US" sz="5900" b="1" spc="-10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effective</a:t>
            </a:r>
            <a:endParaRPr lang="en-US" sz="5900" spc="-1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8C2255-4BC7-F5AE-0E61-F72152CE2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250" y="237915"/>
            <a:ext cx="4905066" cy="3899528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A0FEE90-0A5F-0793-A9F6-53274D5F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27B14A7-FF35-4BFF-B315-31CF096B8B82}" type="slidenum">
              <a:rPr lang="en-US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21</a:t>
            </a:fld>
            <a:endParaRPr lang="en-US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22A4FCC-2CB8-A947-6481-FC0F5CBC1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50" y="347452"/>
            <a:ext cx="4784351" cy="380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890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086" y="810661"/>
            <a:ext cx="5164250" cy="335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spc="-120" dirty="0" err="1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Rémunération</a:t>
            </a:r>
            <a:r>
              <a:rPr lang="en-US" sz="6000" b="1" spc="-12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effective</a:t>
            </a:r>
            <a:endParaRPr lang="en-US" sz="6000" spc="-12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F7EA6C-431F-2DFA-ABBC-37954EF1F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192" y="605413"/>
            <a:ext cx="7048022" cy="5647173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03497B-F136-391E-9C07-F1F6E127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018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1069848" y="4590661"/>
            <a:ext cx="10210862" cy="10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500" b="1" spc="-10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Calcul Index du diagnostic égalité 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E10C788-5500-8EBF-78D7-2EA93AB6D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639" y="317638"/>
            <a:ext cx="3935861" cy="3709549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4FD4E1-CD82-4FA8-6606-6381AB72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23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B406576-0DC3-DF00-1F37-DF5C98A56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458" y="333309"/>
            <a:ext cx="4946542" cy="389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94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7390" y="0"/>
            <a:ext cx="10539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Calcul Index du diagnostic égalité 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1548A9-53F9-3C4F-FF42-A08CD889B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17" y="981737"/>
            <a:ext cx="3068627" cy="26868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3B5C0E2-0495-2560-7C09-4DD508B81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17" y="1305839"/>
            <a:ext cx="6425708" cy="50664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0FCD6CA-2D12-94BF-D1CF-CAFD4EE4A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18" y="1944389"/>
            <a:ext cx="3853958" cy="24176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7BE1AAC-9874-69B5-7431-D43E7248C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36" y="2312756"/>
            <a:ext cx="6844222" cy="54382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406FE59-584F-F46C-F4B7-27075B3DE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118" y="2988559"/>
            <a:ext cx="3853958" cy="25992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BAABAE4-3627-5376-B6EF-8EA89812C1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836" y="3393471"/>
            <a:ext cx="5939933" cy="43145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63FA313-4EAF-D643-FC92-D54EBF4664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836" y="3969911"/>
            <a:ext cx="3949208" cy="42022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17A17500-7D2B-AD08-F693-4E15101466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836" y="4537877"/>
            <a:ext cx="5111258" cy="386566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ECD5402B-FEB7-548E-313C-9C56C5B8CC39}"/>
              </a:ext>
            </a:extLst>
          </p:cNvPr>
          <p:cNvSpPr txBox="1"/>
          <p:nvPr/>
        </p:nvSpPr>
        <p:spPr>
          <a:xfrm>
            <a:off x="551836" y="5072189"/>
            <a:ext cx="503505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200" b="1" dirty="0"/>
              <a:t>L’indicateur de congés maternité n’a pas être calculé faute de données : On attribue donc le score de 15 par défaut</a:t>
            </a:r>
          </a:p>
        </p:txBody>
      </p:sp>
      <p:sp>
        <p:nvSpPr>
          <p:cNvPr id="24" name="Espace réservé du numéro de diapositive 23">
            <a:extLst>
              <a:ext uri="{FF2B5EF4-FFF2-40B4-BE49-F238E27FC236}">
                <a16:creationId xmlns:a16="http://schemas.microsoft.com/office/drawing/2014/main" id="{B17B5534-C6FC-25BC-CB73-A3890F89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24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BDED1ED-51D9-2C59-72B4-9F2E1FC21FE6}"/>
              </a:ext>
            </a:extLst>
          </p:cNvPr>
          <p:cNvSpPr txBox="1"/>
          <p:nvPr/>
        </p:nvSpPr>
        <p:spPr>
          <a:xfrm>
            <a:off x="551836" y="5645430"/>
            <a:ext cx="213421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Résultat du score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78D441-651A-375B-D053-CBA9D97E56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836" y="6095561"/>
            <a:ext cx="7649189" cy="5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76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F80B2-905A-DDD0-7B16-C952063D3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fr-FR"/>
              <a:t>Conclusion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59D31A5-860F-A999-2203-5164E597E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683409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C81E73-6BE1-E9A6-CB63-F96EB0F6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B14A7-FF35-4BFF-B315-31CF096B8B82}" type="slidenum">
              <a:rPr lang="fr-FR" smtClean="0"/>
              <a:t>25</a:t>
            </a:fld>
            <a:endParaRPr lang="fr-FR"/>
          </a:p>
        </p:txBody>
      </p:sp>
      <p:sp>
        <p:nvSpPr>
          <p:cNvPr id="7" name="Rectangle : avec coins arrondis en haut 4">
            <a:extLst>
              <a:ext uri="{FF2B5EF4-FFF2-40B4-BE49-F238E27FC236}">
                <a16:creationId xmlns:a16="http://schemas.microsoft.com/office/drawing/2014/main" id="{F74D0817-A7CA-C06F-FD3C-A8054B9426F2}"/>
              </a:ext>
            </a:extLst>
          </p:cNvPr>
          <p:cNvSpPr txBox="1"/>
          <p:nvPr/>
        </p:nvSpPr>
        <p:spPr>
          <a:xfrm>
            <a:off x="8018815" y="4680989"/>
            <a:ext cx="3380783" cy="104403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26670" rIns="53340" bIns="26670" numCol="1" spcCol="1270" anchor="ctr" anchorCtr="0">
            <a:noAutofit/>
          </a:bodyPr>
          <a:lstStyle/>
          <a:p>
            <a:pPr defTabSz="488950">
              <a:spcBef>
                <a:spcPct val="0"/>
              </a:spcBef>
              <a:spcAft>
                <a:spcPct val="35000"/>
              </a:spcAft>
            </a:pPr>
            <a:r>
              <a:rPr lang="fr-FR" sz="11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Promouvoir plus de femmes à des postes de direction</a:t>
            </a:r>
            <a:endParaRPr lang="en-US" sz="11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orbel" panose="020B0503020204020204"/>
            </a:endParaRPr>
          </a:p>
          <a:p>
            <a:pPr defTabSz="488950">
              <a:spcBef>
                <a:spcPct val="0"/>
              </a:spcBef>
              <a:spcAft>
                <a:spcPct val="35000"/>
              </a:spcAft>
            </a:pPr>
            <a:r>
              <a:rPr lang="fr-FR" sz="11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Réévaluer les salaires sur la tranche 20-30 ans </a:t>
            </a:r>
            <a:endParaRPr lang="en-US" sz="11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orbel" panose="020B0503020204020204"/>
            </a:endParaRPr>
          </a:p>
          <a:p>
            <a:pPr defTabSz="488950">
              <a:spcBef>
                <a:spcPct val="0"/>
              </a:spcBef>
              <a:spcAft>
                <a:spcPct val="35000"/>
              </a:spcAft>
            </a:pPr>
            <a:r>
              <a:rPr lang="fr-FR" sz="11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Rajeunir les effectifs </a:t>
            </a:r>
          </a:p>
          <a:p>
            <a:pPr defTabSz="488950">
              <a:spcBef>
                <a:spcPct val="0"/>
              </a:spcBef>
              <a:spcAft>
                <a:spcPct val="35000"/>
              </a:spcAft>
            </a:pPr>
            <a:r>
              <a:rPr lang="en-US" sz="11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Equilibrer</a:t>
            </a:r>
            <a:r>
              <a:rPr lang="en-US" sz="11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 la grille des </a:t>
            </a:r>
            <a:r>
              <a:rPr lang="en-US" sz="11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salaires</a:t>
            </a:r>
            <a:r>
              <a:rPr lang="en-US" sz="11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 H/F dans </a:t>
            </a:r>
            <a:r>
              <a:rPr lang="en-US" sz="11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certains</a:t>
            </a:r>
            <a:r>
              <a:rPr lang="en-US" sz="11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Corbel" panose="020B0503020204020204"/>
              </a:rPr>
              <a:t> services</a:t>
            </a:r>
          </a:p>
        </p:txBody>
      </p:sp>
    </p:spTree>
    <p:extLst>
      <p:ext uri="{BB962C8B-B14F-4D97-AF65-F5344CB8AC3E}">
        <p14:creationId xmlns:p14="http://schemas.microsoft.com/office/powerpoint/2010/main" val="283021790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Cadr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adr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ad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7873</TotalTime>
  <Words>660</Words>
  <Application>Microsoft Office PowerPoint</Application>
  <PresentationFormat>Grand écran</PresentationFormat>
  <Paragraphs>155</Paragraphs>
  <Slides>25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Cambria</vt:lpstr>
      <vt:lpstr>Corbel</vt:lpstr>
      <vt:lpstr>Montserrat</vt:lpstr>
      <vt:lpstr>Söhne</vt:lpstr>
      <vt:lpstr>Wingdings</vt:lpstr>
      <vt:lpstr>Wingdings 2</vt:lpstr>
      <vt:lpstr>Cadre</vt:lpstr>
      <vt:lpstr>Analysez des indicateurs de l'égalité femme-homme avec Knime</vt:lpstr>
      <vt:lpstr>Contexte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Anonymization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David DUFOUR</dc:creator>
  <cp:lastModifiedBy>David DUFOUR</cp:lastModifiedBy>
  <cp:revision>131</cp:revision>
  <dcterms:created xsi:type="dcterms:W3CDTF">2015-10-08T20:57:53Z</dcterms:created>
  <dcterms:modified xsi:type="dcterms:W3CDTF">2024-12-25T14:22:34Z</dcterms:modified>
</cp:coreProperties>
</file>